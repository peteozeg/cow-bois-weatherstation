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2"/>
  </p:notesMasterIdLst>
  <p:sldIdLst>
    <p:sldId id="256" r:id="rId5"/>
    <p:sldId id="369" r:id="rId6"/>
    <p:sldId id="370" r:id="rId7"/>
    <p:sldId id="371" r:id="rId8"/>
    <p:sldId id="383" r:id="rId9"/>
    <p:sldId id="368" r:id="rId10"/>
    <p:sldId id="376" r:id="rId11"/>
    <p:sldId id="375" r:id="rId12"/>
    <p:sldId id="377" r:id="rId13"/>
    <p:sldId id="378" r:id="rId14"/>
    <p:sldId id="381" r:id="rId15"/>
    <p:sldId id="380" r:id="rId16"/>
    <p:sldId id="366" r:id="rId17"/>
    <p:sldId id="382" r:id="rId18"/>
    <p:sldId id="372" r:id="rId19"/>
    <p:sldId id="373" r:id="rId20"/>
    <p:sldId id="374"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6BE81-A445-C363-0A19-D665CC5C7D7B}" v="2" dt="2025-10-27T14:45:38.544"/>
  </p1510:revLst>
</p1510:revInfo>
</file>

<file path=ppt/tableStyles.xml><?xml version="1.0" encoding="utf-8"?>
<a:tblStyleLst xmlns:a="http://schemas.openxmlformats.org/drawingml/2006/main" def="{A971F4D7-6645-4817-845F-2F63427224BA}">
  <a:tblStyle styleId="{A971F4D7-6645-4817-845F-2F63427224B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 Miller" userId="9b15bd389b42f660" providerId="LiveId" clId="{D53420A9-737A-424D-ABC3-FCB1DD9BAA93}"/>
    <pc:docChg chg="custSel delSld modSld">
      <pc:chgData name="G Miller" userId="9b15bd389b42f660" providerId="LiveId" clId="{D53420A9-737A-424D-ABC3-FCB1DD9BAA93}" dt="2025-10-01T15:24:25.271" v="3" actId="47"/>
      <pc:docMkLst>
        <pc:docMk/>
      </pc:docMkLst>
    </pc:docChg>
  </pc:docChgLst>
  <pc:docChgLst>
    <pc:chgData name="Pete Ozegovic" userId="6dbc7e94-0b16-4df0-b3cb-2f0c0c04894f" providerId="ADAL" clId="{E0160939-FAD0-506A-96A9-45DF3E779AC1}"/>
    <pc:docChg chg="custSel modSld">
      <pc:chgData name="Pete Ozegovic" userId="6dbc7e94-0b16-4df0-b3cb-2f0c0c04894f" providerId="ADAL" clId="{E0160939-FAD0-506A-96A9-45DF3E779AC1}" dt="2025-10-02T13:48:24.215" v="17"/>
      <pc:docMkLst>
        <pc:docMk/>
      </pc:docMkLst>
      <pc:sldChg chg="addSp modSp mod">
        <pc:chgData name="Pete Ozegovic" userId="6dbc7e94-0b16-4df0-b3cb-2f0c0c04894f" providerId="ADAL" clId="{E0160939-FAD0-506A-96A9-45DF3E779AC1}" dt="2025-10-02T13:48:24.215" v="17"/>
        <pc:sldMkLst>
          <pc:docMk/>
          <pc:sldMk cId="592955039" sldId="378"/>
        </pc:sldMkLst>
      </pc:sldChg>
    </pc:docChg>
  </pc:docChgLst>
  <pc:docChgLst>
    <pc:chgData name="Kennedy Jones" userId="S::kenned5@ksu.edu::45ed1418-5e42-4eb8-952f-dcf52131d264" providerId="AD" clId="Web-{436B80C5-D406-43A6-9EB3-5114941C9B18}"/>
    <pc:docChg chg="modSld">
      <pc:chgData name="Kennedy Jones" userId="S::kenned5@ksu.edu::45ed1418-5e42-4eb8-952f-dcf52131d264" providerId="AD" clId="Web-{436B80C5-D406-43A6-9EB3-5114941C9B18}" dt="2025-10-06T15:48:05.340" v="79"/>
      <pc:docMkLst>
        <pc:docMk/>
      </pc:docMkLst>
      <pc:sldChg chg="modNotes">
        <pc:chgData name="Kennedy Jones" userId="S::kenned5@ksu.edu::45ed1418-5e42-4eb8-952f-dcf52131d264" providerId="AD" clId="Web-{436B80C5-D406-43A6-9EB3-5114941C9B18}" dt="2025-10-06T15:48:05.340" v="79"/>
        <pc:sldMkLst>
          <pc:docMk/>
          <pc:sldMk cId="1435323646" sldId="376"/>
        </pc:sldMkLst>
      </pc:sldChg>
    </pc:docChg>
  </pc:docChgLst>
  <pc:docChgLst>
    <pc:chgData name="Kennedy Jones" userId="S::kenned5@ksu.edu::45ed1418-5e42-4eb8-952f-dcf52131d264" providerId="AD" clId="Web-{5E60F365-9E9C-4A1E-9BFD-B6438F44063A}"/>
    <pc:docChg chg="modSld">
      <pc:chgData name="Kennedy Jones" userId="S::kenned5@ksu.edu::45ed1418-5e42-4eb8-952f-dcf52131d264" providerId="AD" clId="Web-{5E60F365-9E9C-4A1E-9BFD-B6438F44063A}" dt="2025-10-03T19:08:14.903" v="158"/>
      <pc:docMkLst>
        <pc:docMk/>
      </pc:docMkLst>
      <pc:sldChg chg="modSp">
        <pc:chgData name="Kennedy Jones" userId="S::kenned5@ksu.edu::45ed1418-5e42-4eb8-952f-dcf52131d264" providerId="AD" clId="Web-{5E60F365-9E9C-4A1E-9BFD-B6438F44063A}" dt="2025-10-03T19:08:14.903" v="158"/>
        <pc:sldMkLst>
          <pc:docMk/>
          <pc:sldMk cId="1435323646" sldId="376"/>
        </pc:sldMkLst>
        <pc:graphicFrameChg chg="mod modGraphic">
          <ac:chgData name="Kennedy Jones" userId="S::kenned5@ksu.edu::45ed1418-5e42-4eb8-952f-dcf52131d264" providerId="AD" clId="Web-{5E60F365-9E9C-4A1E-9BFD-B6438F44063A}" dt="2025-10-03T19:08:14.903" v="158"/>
          <ac:graphicFrameMkLst>
            <pc:docMk/>
            <pc:sldMk cId="1435323646" sldId="376"/>
            <ac:graphicFrameMk id="6" creationId="{CC26657F-314D-C092-E17C-87497148A6F8}"/>
          </ac:graphicFrameMkLst>
        </pc:graphicFrameChg>
      </pc:sldChg>
    </pc:docChg>
  </pc:docChgLst>
  <pc:docChgLst>
    <pc:chgData name="Pete Ozegovic" userId="S::pozegov@ksu.edu::6dbc7e94-0b16-4df0-b3cb-2f0c0c04894f" providerId="AD" clId="Web-{04962C51-C94C-85FF-A796-EA3237980BCE}"/>
    <pc:docChg chg="modSld">
      <pc:chgData name="Pete Ozegovic" userId="S::pozegov@ksu.edu::6dbc7e94-0b16-4df0-b3cb-2f0c0c04894f" providerId="AD" clId="Web-{04962C51-C94C-85FF-A796-EA3237980BCE}" dt="2025-10-06T20:35:03.213" v="262"/>
      <pc:docMkLst>
        <pc:docMk/>
      </pc:docMkLst>
      <pc:sldChg chg="modNotes">
        <pc:chgData name="Pete Ozegovic" userId="S::pozegov@ksu.edu::6dbc7e94-0b16-4df0-b3cb-2f0c0c04894f" providerId="AD" clId="Web-{04962C51-C94C-85FF-A796-EA3237980BCE}" dt="2025-10-06T20:35:03.213" v="262"/>
        <pc:sldMkLst>
          <pc:docMk/>
          <pc:sldMk cId="592955039" sldId="378"/>
        </pc:sldMkLst>
      </pc:sldChg>
    </pc:docChg>
  </pc:docChgLst>
  <pc:docChgLst>
    <pc:chgData name="Christian Evans" userId="S::ccevans@ksu.edu::63e0ecf3-a0f6-4511-b2eb-ca31399d3b25" providerId="AD" clId="Web-{3F9654D0-28D5-33D0-8676-F42C6526B0C1}"/>
    <pc:docChg chg="modSld">
      <pc:chgData name="Christian Evans" userId="S::ccevans@ksu.edu::63e0ecf3-a0f6-4511-b2eb-ca31399d3b25" providerId="AD" clId="Web-{3F9654D0-28D5-33D0-8676-F42C6526B0C1}" dt="2025-10-03T03:45:41.071" v="1064"/>
      <pc:docMkLst>
        <pc:docMk/>
      </pc:docMkLst>
      <pc:sldChg chg="modNotes">
        <pc:chgData name="Christian Evans" userId="S::ccevans@ksu.edu::63e0ecf3-a0f6-4511-b2eb-ca31399d3b25" providerId="AD" clId="Web-{3F9654D0-28D5-33D0-8676-F42C6526B0C1}" dt="2025-10-03T03:43:24.363" v="709"/>
        <pc:sldMkLst>
          <pc:docMk/>
          <pc:sldMk cId="1764215007" sldId="380"/>
        </pc:sldMkLst>
      </pc:sldChg>
      <pc:sldChg chg="modNotes">
        <pc:chgData name="Christian Evans" userId="S::ccevans@ksu.edu::63e0ecf3-a0f6-4511-b2eb-ca31399d3b25" providerId="AD" clId="Web-{3F9654D0-28D5-33D0-8676-F42C6526B0C1}" dt="2025-10-03T03:45:41.071" v="1064"/>
        <pc:sldMkLst>
          <pc:docMk/>
          <pc:sldMk cId="2625191503" sldId="381"/>
        </pc:sldMkLst>
      </pc:sldChg>
    </pc:docChg>
  </pc:docChgLst>
  <pc:docChgLst>
    <pc:chgData name="Christian Evans" userId="S::ccevans@ksu.edu::63e0ecf3-a0f6-4511-b2eb-ca31399d3b25" providerId="AD" clId="Web-{3540665B-DA7B-CBB2-8E1C-448AA2BAE3D2}"/>
    <pc:docChg chg="modSld">
      <pc:chgData name="Christian Evans" userId="S::ccevans@ksu.edu::63e0ecf3-a0f6-4511-b2eb-ca31399d3b25" providerId="AD" clId="Web-{3540665B-DA7B-CBB2-8E1C-448AA2BAE3D2}" dt="2025-10-23T13:48:08.596" v="1"/>
      <pc:docMkLst>
        <pc:docMk/>
      </pc:docMkLst>
      <pc:sldChg chg="modSp">
        <pc:chgData name="Christian Evans" userId="S::ccevans@ksu.edu::63e0ecf3-a0f6-4511-b2eb-ca31399d3b25" providerId="AD" clId="Web-{3540665B-DA7B-CBB2-8E1C-448AA2BAE3D2}" dt="2025-10-23T13:48:08.596" v="1"/>
        <pc:sldMkLst>
          <pc:docMk/>
          <pc:sldMk cId="2625191503" sldId="381"/>
        </pc:sldMkLst>
        <pc:graphicFrameChg chg="mod modGraphic">
          <ac:chgData name="Christian Evans" userId="S::ccevans@ksu.edu::63e0ecf3-a0f6-4511-b2eb-ca31399d3b25" providerId="AD" clId="Web-{3540665B-DA7B-CBB2-8E1C-448AA2BAE3D2}" dt="2025-10-23T13:48:08.596" v="1"/>
          <ac:graphicFrameMkLst>
            <pc:docMk/>
            <pc:sldMk cId="2625191503" sldId="381"/>
            <ac:graphicFrameMk id="4" creationId="{80BB28C9-D8F7-A618-6217-53D28F3A06DF}"/>
          </ac:graphicFrameMkLst>
        </pc:graphicFrameChg>
      </pc:sldChg>
    </pc:docChg>
  </pc:docChgLst>
  <pc:docChgLst>
    <pc:chgData name="Kennedy Jones" userId="S::kenned5@ksu.edu::45ed1418-5e42-4eb8-952f-dcf52131d264" providerId="AD" clId="Web-{D2DAC6A0-9EB3-4913-B883-C4EC58B85EFF}"/>
    <pc:docChg chg="modSld">
      <pc:chgData name="Kennedy Jones" userId="S::kenned5@ksu.edu::45ed1418-5e42-4eb8-952f-dcf52131d264" providerId="AD" clId="Web-{D2DAC6A0-9EB3-4913-B883-C4EC58B85EFF}" dt="2025-10-23T23:46:56.100" v="1"/>
      <pc:docMkLst>
        <pc:docMk/>
      </pc:docMkLst>
      <pc:sldChg chg="modSp">
        <pc:chgData name="Kennedy Jones" userId="S::kenned5@ksu.edu::45ed1418-5e42-4eb8-952f-dcf52131d264" providerId="AD" clId="Web-{D2DAC6A0-9EB3-4913-B883-C4EC58B85EFF}" dt="2025-10-23T23:46:56.100" v="1"/>
        <pc:sldMkLst>
          <pc:docMk/>
          <pc:sldMk cId="829200234" sldId="370"/>
        </pc:sldMkLst>
        <pc:graphicFrameChg chg="mod modGraphic">
          <ac:chgData name="Kennedy Jones" userId="S::kenned5@ksu.edu::45ed1418-5e42-4eb8-952f-dcf52131d264" providerId="AD" clId="Web-{D2DAC6A0-9EB3-4913-B883-C4EC58B85EFF}" dt="2025-10-23T23:46:56.100" v="1"/>
          <ac:graphicFrameMkLst>
            <pc:docMk/>
            <pc:sldMk cId="829200234" sldId="370"/>
            <ac:graphicFrameMk id="7" creationId="{DFDCD755-9984-8B3D-AF4C-3012DB7702E4}"/>
          </ac:graphicFrameMkLst>
        </pc:graphicFrameChg>
      </pc:sldChg>
    </pc:docChg>
  </pc:docChgLst>
  <pc:docChgLst>
    <pc:chgData name="Christian Evans" userId="S::ccevans@ksu.edu::63e0ecf3-a0f6-4511-b2eb-ca31399d3b25" providerId="AD" clId="Web-{6CEA80F1-A9AC-3113-688D-C5777FBD3627}"/>
    <pc:docChg chg="modSld">
      <pc:chgData name="Christian Evans" userId="S::ccevans@ksu.edu::63e0ecf3-a0f6-4511-b2eb-ca31399d3b25" providerId="AD" clId="Web-{6CEA80F1-A9AC-3113-688D-C5777FBD3627}" dt="2025-10-06T15:54:49.030" v="255"/>
      <pc:docMkLst>
        <pc:docMk/>
      </pc:docMkLst>
      <pc:sldChg chg="addSp delSp modSp">
        <pc:chgData name="Christian Evans" userId="S::ccevans@ksu.edu::63e0ecf3-a0f6-4511-b2eb-ca31399d3b25" providerId="AD" clId="Web-{6CEA80F1-A9AC-3113-688D-C5777FBD3627}" dt="2025-10-06T15:41:22.307" v="34" actId="20577"/>
        <pc:sldMkLst>
          <pc:docMk/>
          <pc:sldMk cId="0" sldId="256"/>
        </pc:sldMkLst>
        <pc:spChg chg="mod">
          <ac:chgData name="Christian Evans" userId="S::ccevans@ksu.edu::63e0ecf3-a0f6-4511-b2eb-ca31399d3b25" providerId="AD" clId="Web-{6CEA80F1-A9AC-3113-688D-C5777FBD3627}" dt="2025-10-06T15:41:22.307" v="34" actId="20577"/>
          <ac:spMkLst>
            <pc:docMk/>
            <pc:sldMk cId="0" sldId="256"/>
            <ac:spMk id="2" creationId="{90B3326C-6D1E-534C-120E-C83E58A34ADC}"/>
          </ac:spMkLst>
        </pc:spChg>
        <pc:picChg chg="add mod">
          <ac:chgData name="Christian Evans" userId="S::ccevans@ksu.edu::63e0ecf3-a0f6-4511-b2eb-ca31399d3b25" providerId="AD" clId="Web-{6CEA80F1-A9AC-3113-688D-C5777FBD3627}" dt="2025-10-06T15:40:32.710" v="32" actId="1076"/>
          <ac:picMkLst>
            <pc:docMk/>
            <pc:sldMk cId="0" sldId="256"/>
            <ac:picMk id="6" creationId="{F3E4CF7B-4CBB-0822-E50F-9B9A1051D136}"/>
          </ac:picMkLst>
        </pc:picChg>
      </pc:sldChg>
      <pc:sldChg chg="modSp modNotes">
        <pc:chgData name="Christian Evans" userId="S::ccevans@ksu.edu::63e0ecf3-a0f6-4511-b2eb-ca31399d3b25" providerId="AD" clId="Web-{6CEA80F1-A9AC-3113-688D-C5777FBD3627}" dt="2025-10-06T15:54:49.030" v="255"/>
        <pc:sldMkLst>
          <pc:docMk/>
          <pc:sldMk cId="3768655983" sldId="366"/>
        </pc:sldMkLst>
        <pc:graphicFrameChg chg="mod modGraphic">
          <ac:chgData name="Christian Evans" userId="S::ccevans@ksu.edu::63e0ecf3-a0f6-4511-b2eb-ca31399d3b25" providerId="AD" clId="Web-{6CEA80F1-A9AC-3113-688D-C5777FBD3627}" dt="2025-10-06T15:50:49.714" v="41"/>
          <ac:graphicFrameMkLst>
            <pc:docMk/>
            <pc:sldMk cId="3768655983" sldId="366"/>
            <ac:graphicFrameMk id="5" creationId="{CF26D37B-BAE3-E84B-50F1-DD49F77F406A}"/>
          </ac:graphicFrameMkLst>
        </pc:graphicFrameChg>
      </pc:sldChg>
      <pc:sldChg chg="modSp">
        <pc:chgData name="Christian Evans" userId="S::ccevans@ksu.edu::63e0ecf3-a0f6-4511-b2eb-ca31399d3b25" providerId="AD" clId="Web-{6CEA80F1-A9AC-3113-688D-C5777FBD3627}" dt="2025-10-06T15:43:59.127" v="36" actId="20577"/>
        <pc:sldMkLst>
          <pc:docMk/>
          <pc:sldMk cId="1907763177" sldId="369"/>
        </pc:sldMkLst>
        <pc:spChg chg="mod">
          <ac:chgData name="Christian Evans" userId="S::ccevans@ksu.edu::63e0ecf3-a0f6-4511-b2eb-ca31399d3b25" providerId="AD" clId="Web-{6CEA80F1-A9AC-3113-688D-C5777FBD3627}" dt="2025-10-06T15:43:59.127" v="36" actId="20577"/>
          <ac:spMkLst>
            <pc:docMk/>
            <pc:sldMk cId="1907763177" sldId="369"/>
            <ac:spMk id="4" creationId="{AF2235A3-95DC-F04E-EC7F-C00C7783F2DC}"/>
          </ac:spMkLst>
        </pc:spChg>
      </pc:sldChg>
      <pc:sldChg chg="modNotes">
        <pc:chgData name="Christian Evans" userId="S::ccevans@ksu.edu::63e0ecf3-a0f6-4511-b2eb-ca31399d3b25" providerId="AD" clId="Web-{6CEA80F1-A9AC-3113-688D-C5777FBD3627}" dt="2025-10-06T15:52:22.637" v="61"/>
        <pc:sldMkLst>
          <pc:docMk/>
          <pc:sldMk cId="1764215007" sldId="380"/>
        </pc:sldMkLst>
      </pc:sldChg>
      <pc:sldChg chg="modNotes">
        <pc:chgData name="Christian Evans" userId="S::ccevans@ksu.edu::63e0ecf3-a0f6-4511-b2eb-ca31399d3b25" providerId="AD" clId="Web-{6CEA80F1-A9AC-3113-688D-C5777FBD3627}" dt="2025-10-06T15:48:57.931" v="39"/>
        <pc:sldMkLst>
          <pc:docMk/>
          <pc:sldMk cId="2625191503" sldId="381"/>
        </pc:sldMkLst>
      </pc:sldChg>
    </pc:docChg>
  </pc:docChgLst>
  <pc:docChgLst>
    <pc:chgData name="Christian Evans" userId="S::ccevans@ksu.edu::63e0ecf3-a0f6-4511-b2eb-ca31399d3b25" providerId="AD" clId="Web-{874B89F9-D75D-0069-7C24-2AD624DEC659}"/>
    <pc:docChg chg="addSld delSld modSld sldOrd">
      <pc:chgData name="Christian Evans" userId="S::ccevans@ksu.edu::63e0ecf3-a0f6-4511-b2eb-ca31399d3b25" providerId="AD" clId="Web-{874B89F9-D75D-0069-7C24-2AD624DEC659}" dt="2025-10-02T14:16:27.513" v="85"/>
      <pc:docMkLst>
        <pc:docMk/>
      </pc:docMkLst>
      <pc:sldChg chg="addSp delSp modSp mod modClrScheme chgLayout">
        <pc:chgData name="Christian Evans" userId="S::ccevans@ksu.edu::63e0ecf3-a0f6-4511-b2eb-ca31399d3b25" providerId="AD" clId="Web-{874B89F9-D75D-0069-7C24-2AD624DEC659}" dt="2025-10-02T13:30:19.448" v="32" actId="1076"/>
        <pc:sldMkLst>
          <pc:docMk/>
          <pc:sldMk cId="3768655983" sldId="366"/>
        </pc:sldMkLst>
        <pc:spChg chg="mod ord">
          <ac:chgData name="Christian Evans" userId="S::ccevans@ksu.edu::63e0ecf3-a0f6-4511-b2eb-ca31399d3b25" providerId="AD" clId="Web-{874B89F9-D75D-0069-7C24-2AD624DEC659}" dt="2025-10-02T13:30:19.448" v="32" actId="1076"/>
          <ac:spMkLst>
            <pc:docMk/>
            <pc:sldMk cId="3768655983" sldId="366"/>
            <ac:spMk id="2" creationId="{EEB0C0DB-554F-F912-1371-150493AFBB1A}"/>
          </ac:spMkLst>
        </pc:spChg>
      </pc:sldChg>
      <pc:sldChg chg="addSp delSp modSp mod modClrScheme chgLayout">
        <pc:chgData name="Christian Evans" userId="S::ccevans@ksu.edu::63e0ecf3-a0f6-4511-b2eb-ca31399d3b25" providerId="AD" clId="Web-{874B89F9-D75D-0069-7C24-2AD624DEC659}" dt="2025-10-02T13:34:41.074" v="69" actId="1076"/>
        <pc:sldMkLst>
          <pc:docMk/>
          <pc:sldMk cId="2257080127" sldId="368"/>
        </pc:sldMkLst>
        <pc:spChg chg="mod ord">
          <ac:chgData name="Christian Evans" userId="S::ccevans@ksu.edu::63e0ecf3-a0f6-4511-b2eb-ca31399d3b25" providerId="AD" clId="Web-{874B89F9-D75D-0069-7C24-2AD624DEC659}" dt="2025-10-02T13:34:30.433" v="67" actId="1076"/>
          <ac:spMkLst>
            <pc:docMk/>
            <pc:sldMk cId="2257080127" sldId="368"/>
            <ac:spMk id="2" creationId="{34EFA117-B70C-A2EA-EFF3-07010F776EE0}"/>
          </ac:spMkLst>
        </pc:spChg>
        <pc:picChg chg="mod">
          <ac:chgData name="Christian Evans" userId="S::ccevans@ksu.edu::63e0ecf3-a0f6-4511-b2eb-ca31399d3b25" providerId="AD" clId="Web-{874B89F9-D75D-0069-7C24-2AD624DEC659}" dt="2025-10-02T13:34:41.074" v="69" actId="1076"/>
          <ac:picMkLst>
            <pc:docMk/>
            <pc:sldMk cId="2257080127" sldId="368"/>
            <ac:picMk id="5" creationId="{987FCA83-B4EA-D0A1-C0E4-2E378C041D33}"/>
          </ac:picMkLst>
        </pc:picChg>
      </pc:sldChg>
      <pc:sldChg chg="addSp delSp modSp mod modClrScheme chgLayout">
        <pc:chgData name="Christian Evans" userId="S::ccevans@ksu.edu::63e0ecf3-a0f6-4511-b2eb-ca31399d3b25" providerId="AD" clId="Web-{874B89F9-D75D-0069-7C24-2AD624DEC659}" dt="2025-10-02T13:33:21.054" v="57"/>
        <pc:sldMkLst>
          <pc:docMk/>
          <pc:sldMk cId="1907763177" sldId="369"/>
        </pc:sldMkLst>
        <pc:spChg chg="mod ord">
          <ac:chgData name="Christian Evans" userId="S::ccevans@ksu.edu::63e0ecf3-a0f6-4511-b2eb-ca31399d3b25" providerId="AD" clId="Web-{874B89F9-D75D-0069-7C24-2AD624DEC659}" dt="2025-10-02T13:33:11.335" v="52"/>
          <ac:spMkLst>
            <pc:docMk/>
            <pc:sldMk cId="1907763177" sldId="369"/>
            <ac:spMk id="2" creationId="{1C72CA0E-63BF-7BD6-E28F-25E28960102A}"/>
          </ac:spMkLst>
        </pc:spChg>
      </pc:sldChg>
      <pc:sldChg chg="addSp modSp mod modClrScheme chgLayout">
        <pc:chgData name="Christian Evans" userId="S::ccevans@ksu.edu::63e0ecf3-a0f6-4511-b2eb-ca31399d3b25" providerId="AD" clId="Web-{874B89F9-D75D-0069-7C24-2AD624DEC659}" dt="2025-10-02T13:34:12.526" v="66"/>
        <pc:sldMkLst>
          <pc:docMk/>
          <pc:sldMk cId="829200234" sldId="370"/>
        </pc:sldMkLst>
        <pc:spChg chg="mod ord">
          <ac:chgData name="Christian Evans" userId="S::ccevans@ksu.edu::63e0ecf3-a0f6-4511-b2eb-ca31399d3b25" providerId="AD" clId="Web-{874B89F9-D75D-0069-7C24-2AD624DEC659}" dt="2025-10-02T13:33:46.790" v="62" actId="1076"/>
          <ac:spMkLst>
            <pc:docMk/>
            <pc:sldMk cId="829200234" sldId="370"/>
            <ac:spMk id="2" creationId="{554A1A35-C484-1D6A-27FF-26B7318DC263}"/>
          </ac:spMkLst>
        </pc:spChg>
        <pc:graphicFrameChg chg="modGraphic">
          <ac:chgData name="Christian Evans" userId="S::ccevans@ksu.edu::63e0ecf3-a0f6-4511-b2eb-ca31399d3b25" providerId="AD" clId="Web-{874B89F9-D75D-0069-7C24-2AD624DEC659}" dt="2025-10-02T13:34:12.526" v="66"/>
          <ac:graphicFrameMkLst>
            <pc:docMk/>
            <pc:sldMk cId="829200234" sldId="370"/>
            <ac:graphicFrameMk id="7" creationId="{DFDCD755-9984-8B3D-AF4C-3012DB7702E4}"/>
          </ac:graphicFrameMkLst>
        </pc:graphicFrameChg>
      </pc:sldChg>
      <pc:sldChg chg="addSp modSp mod modClrScheme chgLayout">
        <pc:chgData name="Christian Evans" userId="S::ccevans@ksu.edu::63e0ecf3-a0f6-4511-b2eb-ca31399d3b25" providerId="AD" clId="Web-{874B89F9-D75D-0069-7C24-2AD624DEC659}" dt="2025-10-02T13:32:51.396" v="50"/>
        <pc:sldMkLst>
          <pc:docMk/>
          <pc:sldMk cId="2190908757" sldId="371"/>
        </pc:sldMkLst>
        <pc:spChg chg="mod ord">
          <ac:chgData name="Christian Evans" userId="S::ccevans@ksu.edu::63e0ecf3-a0f6-4511-b2eb-ca31399d3b25" providerId="AD" clId="Web-{874B89F9-D75D-0069-7C24-2AD624DEC659}" dt="2025-10-02T13:32:51.396" v="50"/>
          <ac:spMkLst>
            <pc:docMk/>
            <pc:sldMk cId="2190908757" sldId="371"/>
            <ac:spMk id="2" creationId="{126A4681-FC4F-2BAD-5BA5-0D8A402DB7C6}"/>
          </ac:spMkLst>
        </pc:spChg>
      </pc:sldChg>
      <pc:sldChg chg="modSp mod modClrScheme chgLayout">
        <pc:chgData name="Christian Evans" userId="S::ccevans@ksu.edu::63e0ecf3-a0f6-4511-b2eb-ca31399d3b25" providerId="AD" clId="Web-{874B89F9-D75D-0069-7C24-2AD624DEC659}" dt="2025-10-02T13:32:24.832" v="45"/>
        <pc:sldMkLst>
          <pc:docMk/>
          <pc:sldMk cId="3783313530" sldId="375"/>
        </pc:sldMkLst>
        <pc:spChg chg="mod ord">
          <ac:chgData name="Christian Evans" userId="S::ccevans@ksu.edu::63e0ecf3-a0f6-4511-b2eb-ca31399d3b25" providerId="AD" clId="Web-{874B89F9-D75D-0069-7C24-2AD624DEC659}" dt="2025-10-02T13:32:24.832" v="45"/>
          <ac:spMkLst>
            <pc:docMk/>
            <pc:sldMk cId="3783313530" sldId="375"/>
            <ac:spMk id="2" creationId="{0D638B6E-1C9A-A9A0-EF77-583C85497D5D}"/>
          </ac:spMkLst>
        </pc:spChg>
      </pc:sldChg>
      <pc:sldChg chg="modSp mod modClrScheme chgLayout">
        <pc:chgData name="Christian Evans" userId="S::ccevans@ksu.edu::63e0ecf3-a0f6-4511-b2eb-ca31399d3b25" providerId="AD" clId="Web-{874B89F9-D75D-0069-7C24-2AD624DEC659}" dt="2025-10-02T13:32:36.364" v="48"/>
        <pc:sldMkLst>
          <pc:docMk/>
          <pc:sldMk cId="1435323646" sldId="376"/>
        </pc:sldMkLst>
        <pc:spChg chg="mod ord">
          <ac:chgData name="Christian Evans" userId="S::ccevans@ksu.edu::63e0ecf3-a0f6-4511-b2eb-ca31399d3b25" providerId="AD" clId="Web-{874B89F9-D75D-0069-7C24-2AD624DEC659}" dt="2025-10-02T13:32:36.364" v="48"/>
          <ac:spMkLst>
            <pc:docMk/>
            <pc:sldMk cId="1435323646" sldId="376"/>
            <ac:spMk id="2" creationId="{C8545978-E46B-3B76-EA54-D17DE3399D04}"/>
          </ac:spMkLst>
        </pc:spChg>
      </pc:sldChg>
      <pc:sldChg chg="modSp mod modClrScheme chgLayout">
        <pc:chgData name="Christian Evans" userId="S::ccevans@ksu.edu::63e0ecf3-a0f6-4511-b2eb-ca31399d3b25" providerId="AD" clId="Web-{874B89F9-D75D-0069-7C24-2AD624DEC659}" dt="2025-10-02T13:32:08.878" v="44" actId="1076"/>
        <pc:sldMkLst>
          <pc:docMk/>
          <pc:sldMk cId="592955039" sldId="378"/>
        </pc:sldMkLst>
        <pc:spChg chg="mod ord">
          <ac:chgData name="Christian Evans" userId="S::ccevans@ksu.edu::63e0ecf3-a0f6-4511-b2eb-ca31399d3b25" providerId="AD" clId="Web-{874B89F9-D75D-0069-7C24-2AD624DEC659}" dt="2025-10-02T13:32:08.878" v="44" actId="1076"/>
          <ac:spMkLst>
            <pc:docMk/>
            <pc:sldMk cId="592955039" sldId="378"/>
            <ac:spMk id="2" creationId="{E2D1EA67-BABB-8B4E-9099-47EF984452F0}"/>
          </ac:spMkLst>
        </pc:spChg>
      </pc:sldChg>
      <pc:sldChg chg="addSp delSp modSp add ord replId">
        <pc:chgData name="Christian Evans" userId="S::ccevans@ksu.edu::63e0ecf3-a0f6-4511-b2eb-ca31399d3b25" providerId="AD" clId="Web-{874B89F9-D75D-0069-7C24-2AD624DEC659}" dt="2025-10-02T13:31:03.467" v="38" actId="20577"/>
        <pc:sldMkLst>
          <pc:docMk/>
          <pc:sldMk cId="1764215007" sldId="380"/>
        </pc:sldMkLst>
        <pc:spChg chg="add mod">
          <ac:chgData name="Christian Evans" userId="S::ccevans@ksu.edu::63e0ecf3-a0f6-4511-b2eb-ca31399d3b25" providerId="AD" clId="Web-{874B89F9-D75D-0069-7C24-2AD624DEC659}" dt="2025-10-02T13:31:03.467" v="38" actId="20577"/>
          <ac:spMkLst>
            <pc:docMk/>
            <pc:sldMk cId="1764215007" sldId="380"/>
            <ac:spMk id="3" creationId="{42DBA8F0-1E8A-3695-D973-880E1AB178BF}"/>
          </ac:spMkLst>
        </pc:spChg>
        <pc:picChg chg="add mod">
          <ac:chgData name="Christian Evans" userId="S::ccevans@ksu.edu::63e0ecf3-a0f6-4511-b2eb-ca31399d3b25" providerId="AD" clId="Web-{874B89F9-D75D-0069-7C24-2AD624DEC659}" dt="2025-10-02T13:26:09.862" v="12" actId="1076"/>
          <ac:picMkLst>
            <pc:docMk/>
            <pc:sldMk cId="1764215007" sldId="380"/>
            <ac:picMk id="5" creationId="{A3221A9D-EFE1-891E-574C-D2EDA6C9027D}"/>
          </ac:picMkLst>
        </pc:picChg>
      </pc:sldChg>
      <pc:sldChg chg="addSp delSp modSp add replId">
        <pc:chgData name="Christian Evans" userId="S::ccevans@ksu.edu::63e0ecf3-a0f6-4511-b2eb-ca31399d3b25" providerId="AD" clId="Web-{874B89F9-D75D-0069-7C24-2AD624DEC659}" dt="2025-10-02T14:16:27.513" v="85"/>
        <pc:sldMkLst>
          <pc:docMk/>
          <pc:sldMk cId="2625191503" sldId="381"/>
        </pc:sldMkLst>
        <pc:spChg chg="add mod">
          <ac:chgData name="Christian Evans" userId="S::ccevans@ksu.edu::63e0ecf3-a0f6-4511-b2eb-ca31399d3b25" providerId="AD" clId="Web-{874B89F9-D75D-0069-7C24-2AD624DEC659}" dt="2025-10-02T13:30:42.528" v="35" actId="20577"/>
          <ac:spMkLst>
            <pc:docMk/>
            <pc:sldMk cId="2625191503" sldId="381"/>
            <ac:spMk id="5" creationId="{78367A2A-FC92-F0CA-2598-FFA2D9D24834}"/>
          </ac:spMkLst>
        </pc:spChg>
        <pc:graphicFrameChg chg="add mod modGraphic">
          <ac:chgData name="Christian Evans" userId="S::ccevans@ksu.edu::63e0ecf3-a0f6-4511-b2eb-ca31399d3b25" providerId="AD" clId="Web-{874B89F9-D75D-0069-7C24-2AD624DEC659}" dt="2025-10-02T14:16:27.513" v="85"/>
          <ac:graphicFrameMkLst>
            <pc:docMk/>
            <pc:sldMk cId="2625191503" sldId="381"/>
            <ac:graphicFrameMk id="4" creationId="{80BB28C9-D8F7-A618-6217-53D28F3A06DF}"/>
          </ac:graphicFrameMkLst>
        </pc:graphicFrameChg>
      </pc:sldChg>
    </pc:docChg>
  </pc:docChgLst>
  <pc:docChgLst>
    <pc:chgData name="Christian Evans" userId="S::ccevans@ksu.edu::63e0ecf3-a0f6-4511-b2eb-ca31399d3b25" providerId="AD" clId="Web-{A888FC9C-85FC-9173-0C78-CEC3FC32E53B}"/>
    <pc:docChg chg="sldOrd">
      <pc:chgData name="Christian Evans" userId="S::ccevans@ksu.edu::63e0ecf3-a0f6-4511-b2eb-ca31399d3b25" providerId="AD" clId="Web-{A888FC9C-85FC-9173-0C78-CEC3FC32E53B}" dt="2025-10-03T02:58:23.408" v="0"/>
      <pc:docMkLst>
        <pc:docMk/>
      </pc:docMkLst>
      <pc:sldChg chg="ord">
        <pc:chgData name="Christian Evans" userId="S::ccevans@ksu.edu::63e0ecf3-a0f6-4511-b2eb-ca31399d3b25" providerId="AD" clId="Web-{A888FC9C-85FC-9173-0C78-CEC3FC32E53B}" dt="2025-10-03T02:58:23.408" v="0"/>
        <pc:sldMkLst>
          <pc:docMk/>
          <pc:sldMk cId="1764215007" sldId="380"/>
        </pc:sldMkLst>
      </pc:sldChg>
    </pc:docChg>
  </pc:docChgLst>
  <pc:docChgLst>
    <pc:chgData name="Christian Evans" userId="63e0ecf3-a0f6-4511-b2eb-ca31399d3b25" providerId="ADAL" clId="{0C14FCFB-7A8E-4D5D-B308-4350FE52EEA0}"/>
    <pc:docChg chg="undo custSel modSld">
      <pc:chgData name="Christian Evans" userId="63e0ecf3-a0f6-4511-b2eb-ca31399d3b25" providerId="ADAL" clId="{0C14FCFB-7A8E-4D5D-B308-4350FE52EEA0}" dt="2025-10-21T14:18:51.421" v="1" actId="14734"/>
      <pc:docMkLst>
        <pc:docMk/>
      </pc:docMkLst>
      <pc:sldChg chg="modSp mod">
        <pc:chgData name="Christian Evans" userId="63e0ecf3-a0f6-4511-b2eb-ca31399d3b25" providerId="ADAL" clId="{0C14FCFB-7A8E-4D5D-B308-4350FE52EEA0}" dt="2025-10-21T14:18:51.421" v="1" actId="14734"/>
        <pc:sldMkLst>
          <pc:docMk/>
          <pc:sldMk cId="2625191503" sldId="381"/>
        </pc:sldMkLst>
        <pc:graphicFrameChg chg="modGraphic">
          <ac:chgData name="Christian Evans" userId="63e0ecf3-a0f6-4511-b2eb-ca31399d3b25" providerId="ADAL" clId="{0C14FCFB-7A8E-4D5D-B308-4350FE52EEA0}" dt="2025-10-21T14:18:51.421" v="1" actId="14734"/>
          <ac:graphicFrameMkLst>
            <pc:docMk/>
            <pc:sldMk cId="2625191503" sldId="381"/>
            <ac:graphicFrameMk id="4" creationId="{80BB28C9-D8F7-A618-6217-53D28F3A06DF}"/>
          </ac:graphicFrameMkLst>
        </pc:graphicFrameChg>
      </pc:sldChg>
    </pc:docChg>
  </pc:docChgLst>
  <pc:docChgLst>
    <pc:chgData name="Kennedy Jones" userId="S::kenned5@ksu.edu::45ed1418-5e42-4eb8-952f-dcf52131d264" providerId="AD" clId="Web-{43E3C90D-9686-D11D-E808-59F5ECEBD861}"/>
    <pc:docChg chg="modSld">
      <pc:chgData name="Kennedy Jones" userId="S::kenned5@ksu.edu::45ed1418-5e42-4eb8-952f-dcf52131d264" providerId="AD" clId="Web-{43E3C90D-9686-D11D-E808-59F5ECEBD861}" dt="2025-10-23T23:54:44.792" v="3"/>
      <pc:docMkLst>
        <pc:docMk/>
      </pc:docMkLst>
      <pc:sldChg chg="modSp">
        <pc:chgData name="Kennedy Jones" userId="S::kenned5@ksu.edu::45ed1418-5e42-4eb8-952f-dcf52131d264" providerId="AD" clId="Web-{43E3C90D-9686-D11D-E808-59F5ECEBD861}" dt="2025-10-23T23:54:44.792" v="3"/>
        <pc:sldMkLst>
          <pc:docMk/>
          <pc:sldMk cId="829200234" sldId="370"/>
        </pc:sldMkLst>
        <pc:graphicFrameChg chg="mod modGraphic">
          <ac:chgData name="Kennedy Jones" userId="S::kenned5@ksu.edu::45ed1418-5e42-4eb8-952f-dcf52131d264" providerId="AD" clId="Web-{43E3C90D-9686-D11D-E808-59F5ECEBD861}" dt="2025-10-23T23:54:44.792" v="3"/>
          <ac:graphicFrameMkLst>
            <pc:docMk/>
            <pc:sldMk cId="829200234" sldId="370"/>
            <ac:graphicFrameMk id="7" creationId="{DFDCD755-9984-8B3D-AF4C-3012DB7702E4}"/>
          </ac:graphicFrameMkLst>
        </pc:graphicFrameChg>
      </pc:sldChg>
    </pc:docChg>
  </pc:docChgLst>
  <pc:docChgLst>
    <pc:chgData name="Gantzen Miller" userId="8233e38d-ebc8-431c-9ba2-e03d273ab3c7" providerId="ADAL" clId="{D53420A9-737A-424D-ABC3-FCB1DD9BAA93}"/>
    <pc:docChg chg="undo custSel addSld delSld modSld sldOrd">
      <pc:chgData name="Gantzen Miller" userId="8233e38d-ebc8-431c-9ba2-e03d273ab3c7" providerId="ADAL" clId="{D53420A9-737A-424D-ABC3-FCB1DD9BAA93}" dt="2025-10-06T20:39:11.823" v="5527" actId="20577"/>
      <pc:docMkLst>
        <pc:docMk/>
      </pc:docMkLst>
      <pc:sldChg chg="addSp modSp mod modNotesTx">
        <pc:chgData name="Gantzen Miller" userId="8233e38d-ebc8-431c-9ba2-e03d273ab3c7" providerId="ADAL" clId="{D53420A9-737A-424D-ABC3-FCB1DD9BAA93}" dt="2025-10-06T15:36:18.231" v="4691" actId="20577"/>
        <pc:sldMkLst>
          <pc:docMk/>
          <pc:sldMk cId="0" sldId="256"/>
        </pc:sldMkLst>
        <pc:spChg chg="mod">
          <ac:chgData name="Gantzen Miller" userId="8233e38d-ebc8-431c-9ba2-e03d273ab3c7" providerId="ADAL" clId="{D53420A9-737A-424D-ABC3-FCB1DD9BAA93}" dt="2025-10-06T15:35:30.594" v="4666" actId="1076"/>
          <ac:spMkLst>
            <pc:docMk/>
            <pc:sldMk cId="0" sldId="256"/>
            <ac:spMk id="2" creationId="{90B3326C-6D1E-534C-120E-C83E58A34ADC}"/>
          </ac:spMkLst>
        </pc:spChg>
        <pc:spChg chg="add mod">
          <ac:chgData name="Gantzen Miller" userId="8233e38d-ebc8-431c-9ba2-e03d273ab3c7" providerId="ADAL" clId="{D53420A9-737A-424D-ABC3-FCB1DD9BAA93}" dt="2025-10-06T15:36:01.967" v="4667" actId="1076"/>
          <ac:spMkLst>
            <pc:docMk/>
            <pc:sldMk cId="0" sldId="256"/>
            <ac:spMk id="3" creationId="{52D4F397-6A07-DE71-FADF-EBA40EF81B7C}"/>
          </ac:spMkLst>
        </pc:spChg>
      </pc:sldChg>
      <pc:sldChg chg="addSp modSp mod">
        <pc:chgData name="Gantzen Miller" userId="8233e38d-ebc8-431c-9ba2-e03d273ab3c7" providerId="ADAL" clId="{D53420A9-737A-424D-ABC3-FCB1DD9BAA93}" dt="2025-10-04T17:53:49.277" v="4618" actId="1076"/>
        <pc:sldMkLst>
          <pc:docMk/>
          <pc:sldMk cId="3768655983" sldId="366"/>
        </pc:sldMkLst>
        <pc:spChg chg="mod">
          <ac:chgData name="Gantzen Miller" userId="8233e38d-ebc8-431c-9ba2-e03d273ab3c7" providerId="ADAL" clId="{D53420A9-737A-424D-ABC3-FCB1DD9BAA93}" dt="2025-10-02T13:28:18.625" v="2817" actId="20577"/>
          <ac:spMkLst>
            <pc:docMk/>
            <pc:sldMk cId="3768655983" sldId="366"/>
            <ac:spMk id="2" creationId="{EEB0C0DB-554F-F912-1371-150493AFBB1A}"/>
          </ac:spMkLst>
        </pc:spChg>
        <pc:graphicFrameChg chg="mod modGraphic">
          <ac:chgData name="Gantzen Miller" userId="8233e38d-ebc8-431c-9ba2-e03d273ab3c7" providerId="ADAL" clId="{D53420A9-737A-424D-ABC3-FCB1DD9BAA93}" dt="2025-10-04T17:53:37.734" v="4616" actId="1076"/>
          <ac:graphicFrameMkLst>
            <pc:docMk/>
            <pc:sldMk cId="3768655983" sldId="366"/>
            <ac:graphicFrameMk id="5" creationId="{CF26D37B-BAE3-E84B-50F1-DD49F77F406A}"/>
          </ac:graphicFrameMkLst>
        </pc:graphicFrameChg>
        <pc:picChg chg="add mod">
          <ac:chgData name="Gantzen Miller" userId="8233e38d-ebc8-431c-9ba2-e03d273ab3c7" providerId="ADAL" clId="{D53420A9-737A-424D-ABC3-FCB1DD9BAA93}" dt="2025-10-04T17:53:49.277" v="4618" actId="1076"/>
          <ac:picMkLst>
            <pc:docMk/>
            <pc:sldMk cId="3768655983" sldId="366"/>
            <ac:picMk id="3074" creationId="{6824FE1B-7FFE-01F6-A2ED-36AE4AC0166A}"/>
          </ac:picMkLst>
        </pc:picChg>
      </pc:sldChg>
      <pc:sldChg chg="addSp delSp modSp add mod ord modNotesTx">
        <pc:chgData name="Gantzen Miller" userId="8233e38d-ebc8-431c-9ba2-e03d273ab3c7" providerId="ADAL" clId="{D53420A9-737A-424D-ABC3-FCB1DD9BAA93}" dt="2025-10-06T15:57:23.485" v="5262" actId="20577"/>
        <pc:sldMkLst>
          <pc:docMk/>
          <pc:sldMk cId="2257080127" sldId="368"/>
        </pc:sldMkLst>
        <pc:spChg chg="mod">
          <ac:chgData name="Gantzen Miller" userId="8233e38d-ebc8-431c-9ba2-e03d273ab3c7" providerId="ADAL" clId="{D53420A9-737A-424D-ABC3-FCB1DD9BAA93}" dt="2025-10-02T03:31:58.867" v="37" actId="20577"/>
          <ac:spMkLst>
            <pc:docMk/>
            <pc:sldMk cId="2257080127" sldId="368"/>
            <ac:spMk id="2" creationId="{34EFA117-B70C-A2EA-EFF3-07010F776EE0}"/>
          </ac:spMkLst>
        </pc:spChg>
        <pc:picChg chg="add mod">
          <ac:chgData name="Gantzen Miller" userId="8233e38d-ebc8-431c-9ba2-e03d273ab3c7" providerId="ADAL" clId="{D53420A9-737A-424D-ABC3-FCB1DD9BAA93}" dt="2025-10-02T03:34:45.421" v="76" actId="1076"/>
          <ac:picMkLst>
            <pc:docMk/>
            <pc:sldMk cId="2257080127" sldId="368"/>
            <ac:picMk id="5" creationId="{987FCA83-B4EA-D0A1-C0E4-2E378C041D33}"/>
          </ac:picMkLst>
        </pc:picChg>
      </pc:sldChg>
      <pc:sldChg chg="addSp delSp modSp add mod ord modClrScheme chgLayout modNotesTx">
        <pc:chgData name="Gantzen Miller" userId="8233e38d-ebc8-431c-9ba2-e03d273ab3c7" providerId="ADAL" clId="{D53420A9-737A-424D-ABC3-FCB1DD9BAA93}" dt="2025-10-06T20:32:41.224" v="5263" actId="20577"/>
        <pc:sldMkLst>
          <pc:docMk/>
          <pc:sldMk cId="1907763177" sldId="369"/>
        </pc:sldMkLst>
        <pc:spChg chg="mod">
          <ac:chgData name="Gantzen Miller" userId="8233e38d-ebc8-431c-9ba2-e03d273ab3c7" providerId="ADAL" clId="{D53420A9-737A-424D-ABC3-FCB1DD9BAA93}" dt="2025-10-03T15:03:10.657" v="4349" actId="1076"/>
          <ac:spMkLst>
            <pc:docMk/>
            <pc:sldMk cId="1907763177" sldId="369"/>
            <ac:spMk id="2" creationId="{1C72CA0E-63BF-7BD6-E28F-25E28960102A}"/>
          </ac:spMkLst>
        </pc:spChg>
        <pc:spChg chg="add mod ord">
          <ac:chgData name="Gantzen Miller" userId="8233e38d-ebc8-431c-9ba2-e03d273ab3c7" providerId="ADAL" clId="{D53420A9-737A-424D-ABC3-FCB1DD9BAA93}" dt="2025-10-06T20:32:41.224" v="5263" actId="20577"/>
          <ac:spMkLst>
            <pc:docMk/>
            <pc:sldMk cId="1907763177" sldId="369"/>
            <ac:spMk id="4" creationId="{AF2235A3-95DC-F04E-EC7F-C00C7783F2DC}"/>
          </ac:spMkLst>
        </pc:spChg>
        <pc:picChg chg="add mod">
          <ac:chgData name="Gantzen Miller" userId="8233e38d-ebc8-431c-9ba2-e03d273ab3c7" providerId="ADAL" clId="{D53420A9-737A-424D-ABC3-FCB1DD9BAA93}" dt="2025-10-03T15:03:08.072" v="4348" actId="26606"/>
          <ac:picMkLst>
            <pc:docMk/>
            <pc:sldMk cId="1907763177" sldId="369"/>
            <ac:picMk id="1028" creationId="{1DFD02FF-855D-693D-FBB0-D2DAF2D34A76}"/>
          </ac:picMkLst>
        </pc:picChg>
      </pc:sldChg>
      <pc:sldChg chg="addSp delSp modSp add mod ord modNotesTx">
        <pc:chgData name="Gantzen Miller" userId="8233e38d-ebc8-431c-9ba2-e03d273ab3c7" providerId="ADAL" clId="{D53420A9-737A-424D-ABC3-FCB1DD9BAA93}" dt="2025-10-06T15:37:49.301" v="4910" actId="20577"/>
        <pc:sldMkLst>
          <pc:docMk/>
          <pc:sldMk cId="829200234" sldId="370"/>
        </pc:sldMkLst>
        <pc:spChg chg="mod">
          <ac:chgData name="Gantzen Miller" userId="8233e38d-ebc8-431c-9ba2-e03d273ab3c7" providerId="ADAL" clId="{D53420A9-737A-424D-ABC3-FCB1DD9BAA93}" dt="2025-10-02T03:48:33.301" v="601" actId="20577"/>
          <ac:spMkLst>
            <pc:docMk/>
            <pc:sldMk cId="829200234" sldId="370"/>
            <ac:spMk id="2" creationId="{554A1A35-C484-1D6A-27FF-26B7318DC263}"/>
          </ac:spMkLst>
        </pc:spChg>
        <pc:graphicFrameChg chg="add mod modGraphic">
          <ac:chgData name="Gantzen Miller" userId="8233e38d-ebc8-431c-9ba2-e03d273ab3c7" providerId="ADAL" clId="{D53420A9-737A-424D-ABC3-FCB1DD9BAA93}" dt="2025-10-02T14:13:22.196" v="3045" actId="1076"/>
          <ac:graphicFrameMkLst>
            <pc:docMk/>
            <pc:sldMk cId="829200234" sldId="370"/>
            <ac:graphicFrameMk id="7" creationId="{DFDCD755-9984-8B3D-AF4C-3012DB7702E4}"/>
          </ac:graphicFrameMkLst>
        </pc:graphicFrameChg>
      </pc:sldChg>
      <pc:sldChg chg="delSp modSp add mod ord modNotesTx">
        <pc:chgData name="Gantzen Miller" userId="8233e38d-ebc8-431c-9ba2-e03d273ab3c7" providerId="ADAL" clId="{D53420A9-737A-424D-ABC3-FCB1DD9BAA93}" dt="2025-10-06T15:44:18.843" v="4990" actId="20577"/>
        <pc:sldMkLst>
          <pc:docMk/>
          <pc:sldMk cId="2190908757" sldId="371"/>
        </pc:sldMkLst>
        <pc:spChg chg="mod">
          <ac:chgData name="Gantzen Miller" userId="8233e38d-ebc8-431c-9ba2-e03d273ab3c7" providerId="ADAL" clId="{D53420A9-737A-424D-ABC3-FCB1DD9BAA93}" dt="2025-10-02T04:18:42.477" v="1986" actId="20577"/>
          <ac:spMkLst>
            <pc:docMk/>
            <pc:sldMk cId="2190908757" sldId="371"/>
            <ac:spMk id="2" creationId="{126A4681-FC4F-2BAD-5BA5-0D8A402DB7C6}"/>
          </ac:spMkLst>
        </pc:spChg>
        <pc:graphicFrameChg chg="mod modGraphic">
          <ac:chgData name="Gantzen Miller" userId="8233e38d-ebc8-431c-9ba2-e03d273ab3c7" providerId="ADAL" clId="{D53420A9-737A-424D-ABC3-FCB1DD9BAA93}" dt="2025-10-02T14:13:44.426" v="3046" actId="1076"/>
          <ac:graphicFrameMkLst>
            <pc:docMk/>
            <pc:sldMk cId="2190908757" sldId="371"/>
            <ac:graphicFrameMk id="7" creationId="{459DB3C0-5B1A-8460-90EE-CD99B18A5760}"/>
          </ac:graphicFrameMkLst>
        </pc:graphicFrameChg>
      </pc:sldChg>
      <pc:sldChg chg="addSp delSp modSp add mod ord modClrScheme chgLayout modNotesTx">
        <pc:chgData name="Gantzen Miller" userId="8233e38d-ebc8-431c-9ba2-e03d273ab3c7" providerId="ADAL" clId="{D53420A9-737A-424D-ABC3-FCB1DD9BAA93}" dt="2025-10-06T20:39:11.823" v="5527" actId="20577"/>
        <pc:sldMkLst>
          <pc:docMk/>
          <pc:sldMk cId="1133180201" sldId="372"/>
        </pc:sldMkLst>
        <pc:spChg chg="mod ord">
          <ac:chgData name="Gantzen Miller" userId="8233e38d-ebc8-431c-9ba2-e03d273ab3c7" providerId="ADAL" clId="{D53420A9-737A-424D-ABC3-FCB1DD9BAA93}" dt="2025-10-02T04:44:52.833" v="2618" actId="20577"/>
          <ac:spMkLst>
            <pc:docMk/>
            <pc:sldMk cId="1133180201" sldId="372"/>
            <ac:spMk id="2" creationId="{28974F59-C482-F032-4759-4DEA67D3AF02}"/>
          </ac:spMkLst>
        </pc:spChg>
        <pc:graphicFrameChg chg="add mod modGraphic">
          <ac:chgData name="Gantzen Miller" userId="8233e38d-ebc8-431c-9ba2-e03d273ab3c7" providerId="ADAL" clId="{D53420A9-737A-424D-ABC3-FCB1DD9BAA93}" dt="2025-10-03T14:50:38.663" v="4101" actId="12385"/>
          <ac:graphicFrameMkLst>
            <pc:docMk/>
            <pc:sldMk cId="1133180201" sldId="372"/>
            <ac:graphicFrameMk id="8" creationId="{14FC3BF0-EEE8-CA17-E038-015BC41566FA}"/>
          </ac:graphicFrameMkLst>
        </pc:graphicFrameChg>
      </pc:sldChg>
      <pc:sldChg chg="addSp delSp modSp add mod modClrScheme chgLayout">
        <pc:chgData name="Gantzen Miller" userId="8233e38d-ebc8-431c-9ba2-e03d273ab3c7" providerId="ADAL" clId="{D53420A9-737A-424D-ABC3-FCB1DD9BAA93}" dt="2025-10-03T21:22:51.304" v="4554" actId="22"/>
        <pc:sldMkLst>
          <pc:docMk/>
          <pc:sldMk cId="1407412206" sldId="373"/>
        </pc:sldMkLst>
        <pc:picChg chg="add">
          <ac:chgData name="Gantzen Miller" userId="8233e38d-ebc8-431c-9ba2-e03d273ab3c7" providerId="ADAL" clId="{D53420A9-737A-424D-ABC3-FCB1DD9BAA93}" dt="2025-10-03T21:22:51.304" v="4554" actId="22"/>
          <ac:picMkLst>
            <pc:docMk/>
            <pc:sldMk cId="1407412206" sldId="373"/>
            <ac:picMk id="16" creationId="{AA96E856-DFFC-DDE8-25F5-0988FD07D2C3}"/>
          </ac:picMkLst>
        </pc:picChg>
      </pc:sldChg>
      <pc:sldChg chg="modSp add mod ord">
        <pc:chgData name="Gantzen Miller" userId="8233e38d-ebc8-431c-9ba2-e03d273ab3c7" providerId="ADAL" clId="{D53420A9-737A-424D-ABC3-FCB1DD9BAA93}" dt="2025-10-02T04:21:47.492" v="2149" actId="1076"/>
        <pc:sldMkLst>
          <pc:docMk/>
          <pc:sldMk cId="922170615" sldId="374"/>
        </pc:sldMkLst>
        <pc:spChg chg="mod">
          <ac:chgData name="Gantzen Miller" userId="8233e38d-ebc8-431c-9ba2-e03d273ab3c7" providerId="ADAL" clId="{D53420A9-737A-424D-ABC3-FCB1DD9BAA93}" dt="2025-10-02T04:21:47.492" v="2149" actId="1076"/>
          <ac:spMkLst>
            <pc:docMk/>
            <pc:sldMk cId="922170615" sldId="374"/>
            <ac:spMk id="2" creationId="{FF13D26D-841C-6554-EC6E-90BD153A3CF9}"/>
          </ac:spMkLst>
        </pc:spChg>
      </pc:sldChg>
      <pc:sldChg chg="addSp delSp modSp new mod modNotesTx">
        <pc:chgData name="Gantzen Miller" userId="8233e38d-ebc8-431c-9ba2-e03d273ab3c7" providerId="ADAL" clId="{D53420A9-737A-424D-ABC3-FCB1DD9BAA93}" dt="2025-10-06T15:56:45.922" v="5163" actId="20577"/>
        <pc:sldMkLst>
          <pc:docMk/>
          <pc:sldMk cId="3783313530" sldId="375"/>
        </pc:sldMkLst>
        <pc:spChg chg="mod">
          <ac:chgData name="Gantzen Miller" userId="8233e38d-ebc8-431c-9ba2-e03d273ab3c7" providerId="ADAL" clId="{D53420A9-737A-424D-ABC3-FCB1DD9BAA93}" dt="2025-10-03T20:38:39.932" v="4381" actId="1076"/>
          <ac:spMkLst>
            <pc:docMk/>
            <pc:sldMk cId="3783313530" sldId="375"/>
            <ac:spMk id="2" creationId="{0D638B6E-1C9A-A9A0-EF77-583C85497D5D}"/>
          </ac:spMkLst>
        </pc:spChg>
        <pc:graphicFrameChg chg="add mod modGraphic">
          <ac:chgData name="Gantzen Miller" userId="8233e38d-ebc8-431c-9ba2-e03d273ab3c7" providerId="ADAL" clId="{D53420A9-737A-424D-ABC3-FCB1DD9BAA93}" dt="2025-10-06T15:49:36.450" v="4996" actId="20577"/>
          <ac:graphicFrameMkLst>
            <pc:docMk/>
            <pc:sldMk cId="3783313530" sldId="375"/>
            <ac:graphicFrameMk id="4" creationId="{B28D1221-B602-40F5-373F-8646F6226B09}"/>
          </ac:graphicFrameMkLst>
        </pc:graphicFrameChg>
        <pc:picChg chg="add mod">
          <ac:chgData name="Gantzen Miller" userId="8233e38d-ebc8-431c-9ba2-e03d273ab3c7" providerId="ADAL" clId="{D53420A9-737A-424D-ABC3-FCB1DD9BAA93}" dt="2025-10-04T17:33:47.916" v="4577" actId="1076"/>
          <ac:picMkLst>
            <pc:docMk/>
            <pc:sldMk cId="3783313530" sldId="375"/>
            <ac:picMk id="2050" creationId="{91D04E71-BAFA-59A4-F7CA-E8DB22DC35DB}"/>
          </ac:picMkLst>
        </pc:picChg>
        <pc:picChg chg="add mod">
          <ac:chgData name="Gantzen Miller" userId="8233e38d-ebc8-431c-9ba2-e03d273ab3c7" providerId="ADAL" clId="{D53420A9-737A-424D-ABC3-FCB1DD9BAA93}" dt="2025-10-04T17:34:47.968" v="4582" actId="1076"/>
          <ac:picMkLst>
            <pc:docMk/>
            <pc:sldMk cId="3783313530" sldId="375"/>
            <ac:picMk id="2052" creationId="{F452485B-89B3-A547-3510-47F5FA828523}"/>
          </ac:picMkLst>
        </pc:picChg>
        <pc:picChg chg="add mod">
          <ac:chgData name="Gantzen Miller" userId="8233e38d-ebc8-431c-9ba2-e03d273ab3c7" providerId="ADAL" clId="{D53420A9-737A-424D-ABC3-FCB1DD9BAA93}" dt="2025-10-04T17:35:57.807" v="4587" actId="1076"/>
          <ac:picMkLst>
            <pc:docMk/>
            <pc:sldMk cId="3783313530" sldId="375"/>
            <ac:picMk id="2054" creationId="{23D5A648-2C52-8CB8-6131-FE437686240B}"/>
          </ac:picMkLst>
        </pc:picChg>
        <pc:picChg chg="add mod">
          <ac:chgData name="Gantzen Miller" userId="8233e38d-ebc8-431c-9ba2-e03d273ab3c7" providerId="ADAL" clId="{D53420A9-737A-424D-ABC3-FCB1DD9BAA93}" dt="2025-10-04T17:36:51.896" v="4593" actId="1076"/>
          <ac:picMkLst>
            <pc:docMk/>
            <pc:sldMk cId="3783313530" sldId="375"/>
            <ac:picMk id="2056" creationId="{151D8B44-0B43-7324-833C-4C274249FA7A}"/>
          </ac:picMkLst>
        </pc:picChg>
        <pc:picChg chg="add mod">
          <ac:chgData name="Gantzen Miller" userId="8233e38d-ebc8-431c-9ba2-e03d273ab3c7" providerId="ADAL" clId="{D53420A9-737A-424D-ABC3-FCB1DD9BAA93}" dt="2025-10-04T17:39:01.404" v="4598" actId="1076"/>
          <ac:picMkLst>
            <pc:docMk/>
            <pc:sldMk cId="3783313530" sldId="375"/>
            <ac:picMk id="2058" creationId="{39B86CC0-B0D1-A717-8A4E-CDE7B58D6C19}"/>
          </ac:picMkLst>
        </pc:picChg>
        <pc:picChg chg="add mod">
          <ac:chgData name="Gantzen Miller" userId="8233e38d-ebc8-431c-9ba2-e03d273ab3c7" providerId="ADAL" clId="{D53420A9-737A-424D-ABC3-FCB1DD9BAA93}" dt="2025-10-04T17:41:10.839" v="4603" actId="1076"/>
          <ac:picMkLst>
            <pc:docMk/>
            <pc:sldMk cId="3783313530" sldId="375"/>
            <ac:picMk id="2060" creationId="{40C684F0-B046-2777-CB94-C07654578DB4}"/>
          </ac:picMkLst>
        </pc:picChg>
        <pc:picChg chg="add mod">
          <ac:chgData name="Gantzen Miller" userId="8233e38d-ebc8-431c-9ba2-e03d273ab3c7" providerId="ADAL" clId="{D53420A9-737A-424D-ABC3-FCB1DD9BAA93}" dt="2025-10-04T17:43:11.466" v="4606" actId="1076"/>
          <ac:picMkLst>
            <pc:docMk/>
            <pc:sldMk cId="3783313530" sldId="375"/>
            <ac:picMk id="2062" creationId="{F34180B9-4A7D-39A5-17C1-B8C2C26ADE8B}"/>
          </ac:picMkLst>
        </pc:picChg>
      </pc:sldChg>
      <pc:sldChg chg="modSp new mod ord">
        <pc:chgData name="Gantzen Miller" userId="8233e38d-ebc8-431c-9ba2-e03d273ab3c7" providerId="ADAL" clId="{D53420A9-737A-424D-ABC3-FCB1DD9BAA93}" dt="2025-10-02T15:27:24.825" v="3398" actId="12385"/>
        <pc:sldMkLst>
          <pc:docMk/>
          <pc:sldMk cId="1435323646" sldId="376"/>
        </pc:sldMkLst>
        <pc:spChg chg="mod">
          <ac:chgData name="Gantzen Miller" userId="8233e38d-ebc8-431c-9ba2-e03d273ab3c7" providerId="ADAL" clId="{D53420A9-737A-424D-ABC3-FCB1DD9BAA93}" dt="2025-10-02T05:01:33.133" v="2723" actId="20577"/>
          <ac:spMkLst>
            <pc:docMk/>
            <pc:sldMk cId="1435323646" sldId="376"/>
            <ac:spMk id="2" creationId="{C8545978-E46B-3B76-EA54-D17DE3399D04}"/>
          </ac:spMkLst>
        </pc:spChg>
        <pc:graphicFrameChg chg="modGraphic">
          <ac:chgData name="Gantzen Miller" userId="8233e38d-ebc8-431c-9ba2-e03d273ab3c7" providerId="ADAL" clId="{D53420A9-737A-424D-ABC3-FCB1DD9BAA93}" dt="2025-10-02T15:27:24.825" v="3398" actId="12385"/>
          <ac:graphicFrameMkLst>
            <pc:docMk/>
            <pc:sldMk cId="1435323646" sldId="376"/>
            <ac:graphicFrameMk id="6" creationId="{CC26657F-314D-C092-E17C-87497148A6F8}"/>
          </ac:graphicFrameMkLst>
        </pc:graphicFrameChg>
      </pc:sldChg>
      <pc:sldChg chg="modSp add mod modClrScheme chgLayout">
        <pc:chgData name="Gantzen Miller" userId="8233e38d-ebc8-431c-9ba2-e03d273ab3c7" providerId="ADAL" clId="{D53420A9-737A-424D-ABC3-FCB1DD9BAA93}" dt="2025-10-02T13:31:40.862" v="2821" actId="700"/>
        <pc:sldMkLst>
          <pc:docMk/>
          <pc:sldMk cId="1756689486" sldId="377"/>
        </pc:sldMkLst>
        <pc:spChg chg="mod ord">
          <ac:chgData name="Gantzen Miller" userId="8233e38d-ebc8-431c-9ba2-e03d273ab3c7" providerId="ADAL" clId="{D53420A9-737A-424D-ABC3-FCB1DD9BAA93}" dt="2025-10-02T13:31:40.862" v="2821" actId="700"/>
          <ac:spMkLst>
            <pc:docMk/>
            <pc:sldMk cId="1756689486" sldId="377"/>
            <ac:spMk id="2" creationId="{68047F3A-D590-9045-8ECF-5C95310C3C62}"/>
          </ac:spMkLst>
        </pc:spChg>
      </pc:sldChg>
      <pc:sldChg chg="delSp modSp add mod modClrScheme chgLayout">
        <pc:chgData name="Gantzen Miller" userId="8233e38d-ebc8-431c-9ba2-e03d273ab3c7" providerId="ADAL" clId="{D53420A9-737A-424D-ABC3-FCB1DD9BAA93}" dt="2025-10-02T13:32:10.100" v="2824" actId="14100"/>
        <pc:sldMkLst>
          <pc:docMk/>
          <pc:sldMk cId="592955039" sldId="378"/>
        </pc:sldMkLst>
        <pc:spChg chg="mod ord">
          <ac:chgData name="Gantzen Miller" userId="8233e38d-ebc8-431c-9ba2-e03d273ab3c7" providerId="ADAL" clId="{D53420A9-737A-424D-ABC3-FCB1DD9BAA93}" dt="2025-10-02T13:32:10.100" v="2824" actId="14100"/>
          <ac:spMkLst>
            <pc:docMk/>
            <pc:sldMk cId="592955039" sldId="378"/>
            <ac:spMk id="2" creationId="{E2D1EA67-BABB-8B4E-9099-47EF984452F0}"/>
          </ac:spMkLst>
        </pc:spChg>
      </pc:sldChg>
      <pc:sldChg chg="addSp delSp modSp add mod modNotesTx">
        <pc:chgData name="Gantzen Miller" userId="8233e38d-ebc8-431c-9ba2-e03d273ab3c7" providerId="ADAL" clId="{D53420A9-737A-424D-ABC3-FCB1DD9BAA93}" dt="2025-10-06T20:38:37.005" v="5394" actId="20577"/>
        <pc:sldMkLst>
          <pc:docMk/>
          <pc:sldMk cId="778898021" sldId="382"/>
        </pc:sldMkLst>
        <pc:spChg chg="add mod">
          <ac:chgData name="Gantzen Miller" userId="8233e38d-ebc8-431c-9ba2-e03d273ab3c7" providerId="ADAL" clId="{D53420A9-737A-424D-ABC3-FCB1DD9BAA93}" dt="2025-10-02T15:26:32.309" v="3397" actId="1076"/>
          <ac:spMkLst>
            <pc:docMk/>
            <pc:sldMk cId="778898021" sldId="382"/>
            <ac:spMk id="7" creationId="{397C3F93-4272-AF12-FB30-7B5FD443BF6E}"/>
          </ac:spMkLst>
        </pc:spChg>
        <pc:graphicFrameChg chg="add mod modGraphic">
          <ac:chgData name="Gantzen Miller" userId="8233e38d-ebc8-431c-9ba2-e03d273ab3c7" providerId="ADAL" clId="{D53420A9-737A-424D-ABC3-FCB1DD9BAA93}" dt="2025-10-02T19:50:36.384" v="3561" actId="14734"/>
          <ac:graphicFrameMkLst>
            <pc:docMk/>
            <pc:sldMk cId="778898021" sldId="382"/>
            <ac:graphicFrameMk id="3" creationId="{21E93122-6CE6-0804-BB77-3BBD93A2B4EA}"/>
          </ac:graphicFrameMkLst>
        </pc:graphicFrameChg>
      </pc:sldChg>
      <pc:sldChg chg="addSp delSp modSp add mod modNotesTx">
        <pc:chgData name="Gantzen Miller" userId="8233e38d-ebc8-431c-9ba2-e03d273ab3c7" providerId="ADAL" clId="{D53420A9-737A-424D-ABC3-FCB1DD9BAA93}" dt="2025-10-06T15:57:10.987" v="5234" actId="20577"/>
        <pc:sldMkLst>
          <pc:docMk/>
          <pc:sldMk cId="1132523617" sldId="383"/>
        </pc:sldMkLst>
        <pc:spChg chg="mod">
          <ac:chgData name="Gantzen Miller" userId="8233e38d-ebc8-431c-9ba2-e03d273ab3c7" providerId="ADAL" clId="{D53420A9-737A-424D-ABC3-FCB1DD9BAA93}" dt="2025-10-03T05:23:01.469" v="4081" actId="1076"/>
          <ac:spMkLst>
            <pc:docMk/>
            <pc:sldMk cId="1132523617" sldId="383"/>
            <ac:spMk id="2" creationId="{DF0A7122-EF1B-10C5-F071-ECF52276DBC9}"/>
          </ac:spMkLst>
        </pc:spChg>
        <pc:graphicFrameChg chg="add mod modGraphic">
          <ac:chgData name="Gantzen Miller" userId="8233e38d-ebc8-431c-9ba2-e03d273ab3c7" providerId="ADAL" clId="{D53420A9-737A-424D-ABC3-FCB1DD9BAA93}" dt="2025-10-04T17:51:55.769" v="4608" actId="1076"/>
          <ac:graphicFrameMkLst>
            <pc:docMk/>
            <pc:sldMk cId="1132523617" sldId="383"/>
            <ac:graphicFrameMk id="3" creationId="{B526DD1C-B385-67B5-96F7-4B6AB3433634}"/>
          </ac:graphicFrameMkLst>
        </pc:graphicFrameChg>
      </pc:sldChg>
      <pc:sldMasterChg chg="delSldLayout">
        <pc:chgData name="Gantzen Miller" userId="8233e38d-ebc8-431c-9ba2-e03d273ab3c7" providerId="ADAL" clId="{D53420A9-737A-424D-ABC3-FCB1DD9BAA93}" dt="2025-10-02T03:32:32.138" v="45" actId="2696"/>
        <pc:sldMasterMkLst>
          <pc:docMk/>
          <pc:sldMasterMk cId="0" sldId="2147483659"/>
        </pc:sldMasterMkLst>
      </pc:sldMasterChg>
    </pc:docChg>
  </pc:docChgLst>
  <pc:docChgLst>
    <pc:chgData name="Pete Ozegovic" userId="S::pozegov@ksu.edu::6dbc7e94-0b16-4df0-b3cb-2f0c0c04894f" providerId="AD" clId="Web-{46243A77-6E0D-34CD-36EA-32CD2D4CAC9A}"/>
    <pc:docChg chg="modSld">
      <pc:chgData name="Pete Ozegovic" userId="S::pozegov@ksu.edu::6dbc7e94-0b16-4df0-b3cb-2f0c0c04894f" providerId="AD" clId="Web-{46243A77-6E0D-34CD-36EA-32CD2D4CAC9A}" dt="2025-10-06T02:20:28.794" v="886"/>
      <pc:docMkLst>
        <pc:docMk/>
      </pc:docMkLst>
      <pc:sldChg chg="addSp delSp modSp">
        <pc:chgData name="Pete Ozegovic" userId="S::pozegov@ksu.edu::6dbc7e94-0b16-4df0-b3cb-2f0c0c04894f" providerId="AD" clId="Web-{46243A77-6E0D-34CD-36EA-32CD2D4CAC9A}" dt="2025-10-06T02:16:56.541" v="799"/>
        <pc:sldMkLst>
          <pc:docMk/>
          <pc:sldMk cId="3783313530" sldId="375"/>
        </pc:sldMkLst>
        <pc:graphicFrameChg chg="mod modGraphic">
          <ac:chgData name="Pete Ozegovic" userId="S::pozegov@ksu.edu::6dbc7e94-0b16-4df0-b3cb-2f0c0c04894f" providerId="AD" clId="Web-{46243A77-6E0D-34CD-36EA-32CD2D4CAC9A}" dt="2025-10-06T02:16:56.541" v="799"/>
          <ac:graphicFrameMkLst>
            <pc:docMk/>
            <pc:sldMk cId="3783313530" sldId="375"/>
            <ac:graphicFrameMk id="4" creationId="{B28D1221-B602-40F5-373F-8646F6226B09}"/>
          </ac:graphicFrameMkLst>
        </pc:graphicFrameChg>
        <pc:picChg chg="add del mod">
          <ac:chgData name="Pete Ozegovic" userId="S::pozegov@ksu.edu::6dbc7e94-0b16-4df0-b3cb-2f0c0c04894f" providerId="AD" clId="Web-{46243A77-6E0D-34CD-36EA-32CD2D4CAC9A}" dt="2025-10-06T02:16:50.103" v="796" actId="14100"/>
          <ac:picMkLst>
            <pc:docMk/>
            <pc:sldMk cId="3783313530" sldId="375"/>
            <ac:picMk id="2050" creationId="{91D04E71-BAFA-59A4-F7CA-E8DB22DC35DB}"/>
          </ac:picMkLst>
        </pc:picChg>
        <pc:picChg chg="mod">
          <ac:chgData name="Pete Ozegovic" userId="S::pozegov@ksu.edu::6dbc7e94-0b16-4df0-b3cb-2f0c0c04894f" providerId="AD" clId="Web-{46243A77-6E0D-34CD-36EA-32CD2D4CAC9A}" dt="2025-10-06T02:16:43.837" v="792" actId="14100"/>
          <ac:picMkLst>
            <pc:docMk/>
            <pc:sldMk cId="3783313530" sldId="375"/>
            <ac:picMk id="2052" creationId="{F452485B-89B3-A547-3510-47F5FA828523}"/>
          </ac:picMkLst>
        </pc:picChg>
        <pc:picChg chg="add del mod">
          <ac:chgData name="Pete Ozegovic" userId="S::pozegov@ksu.edu::6dbc7e94-0b16-4df0-b3cb-2f0c0c04894f" providerId="AD" clId="Web-{46243A77-6E0D-34CD-36EA-32CD2D4CAC9A}" dt="2025-10-06T02:16:45.447" v="794" actId="14100"/>
          <ac:picMkLst>
            <pc:docMk/>
            <pc:sldMk cId="3783313530" sldId="375"/>
            <ac:picMk id="2062" creationId="{F34180B9-4A7D-39A5-17C1-B8C2C26ADE8B}"/>
          </ac:picMkLst>
        </pc:picChg>
      </pc:sldChg>
      <pc:sldChg chg="addSp delSp modSp">
        <pc:chgData name="Pete Ozegovic" userId="S::pozegov@ksu.edu::6dbc7e94-0b16-4df0-b3cb-2f0c0c04894f" providerId="AD" clId="Web-{46243A77-6E0D-34CD-36EA-32CD2D4CAC9A}" dt="2025-10-06T02:03:39.195" v="59"/>
        <pc:sldMkLst>
          <pc:docMk/>
          <pc:sldMk cId="1756689486" sldId="377"/>
        </pc:sldMkLst>
        <pc:graphicFrameChg chg="add del mod modGraphic">
          <ac:chgData name="Pete Ozegovic" userId="S::pozegov@ksu.edu::6dbc7e94-0b16-4df0-b3cb-2f0c0c04894f" providerId="AD" clId="Web-{46243A77-6E0D-34CD-36EA-32CD2D4CAC9A}" dt="2025-10-06T02:03:39.195" v="59"/>
          <ac:graphicFrameMkLst>
            <pc:docMk/>
            <pc:sldMk cId="1756689486" sldId="377"/>
            <ac:graphicFrameMk id="6" creationId="{5925BD21-89AB-F155-EA89-47FA4FE6766D}"/>
          </ac:graphicFrameMkLst>
        </pc:graphicFrameChg>
      </pc:sldChg>
      <pc:sldChg chg="addSp delSp modSp">
        <pc:chgData name="Pete Ozegovic" userId="S::pozegov@ksu.edu::6dbc7e94-0b16-4df0-b3cb-2f0c0c04894f" providerId="AD" clId="Web-{46243A77-6E0D-34CD-36EA-32CD2D4CAC9A}" dt="2025-10-06T02:20:28.794" v="886"/>
        <pc:sldMkLst>
          <pc:docMk/>
          <pc:sldMk cId="592955039" sldId="378"/>
        </pc:sldMkLst>
        <pc:spChg chg="mod">
          <ac:chgData name="Pete Ozegovic" userId="S::pozegov@ksu.edu::6dbc7e94-0b16-4df0-b3cb-2f0c0c04894f" providerId="AD" clId="Web-{46243A77-6E0D-34CD-36EA-32CD2D4CAC9A}" dt="2025-10-06T02:17:58.573" v="870" actId="1076"/>
          <ac:spMkLst>
            <pc:docMk/>
            <pc:sldMk cId="592955039" sldId="378"/>
            <ac:spMk id="2" creationId="{E2D1EA67-BABB-8B4E-9099-47EF984452F0}"/>
          </ac:spMkLst>
        </pc:spChg>
        <pc:graphicFrameChg chg="add mod modGraphic">
          <ac:chgData name="Pete Ozegovic" userId="S::pozegov@ksu.edu::6dbc7e94-0b16-4df0-b3cb-2f0c0c04894f" providerId="AD" clId="Web-{46243A77-6E0D-34CD-36EA-32CD2D4CAC9A}" dt="2025-10-06T02:20:28.794" v="886"/>
          <ac:graphicFrameMkLst>
            <pc:docMk/>
            <pc:sldMk cId="592955039" sldId="378"/>
            <ac:graphicFrameMk id="4" creationId="{597D9ADE-0DCD-200C-48F8-4C304571D85C}"/>
          </ac:graphicFrameMkLst>
        </pc:graphicFrameChg>
      </pc:sldChg>
    </pc:docChg>
  </pc:docChgLst>
  <pc:docChgLst>
    <pc:chgData name="Ben Rogers" userId="66a5d1fc-7d30-4848-90c7-106869bf20ea" providerId="ADAL" clId="{6841B880-95CA-5620-9694-3F28E5C0C805}"/>
    <pc:docChg chg="undo custSel modSld">
      <pc:chgData name="Ben Rogers" userId="66a5d1fc-7d30-4848-90c7-106869bf20ea" providerId="ADAL" clId="{6841B880-95CA-5620-9694-3F28E5C0C805}" dt="2025-10-06T15:52:22.576" v="1081" actId="20577"/>
      <pc:docMkLst>
        <pc:docMk/>
      </pc:docMkLst>
      <pc:sldChg chg="addSp delSp modSp mod modNotesTx">
        <pc:chgData name="Ben Rogers" userId="66a5d1fc-7d30-4848-90c7-106869bf20ea" providerId="ADAL" clId="{6841B880-95CA-5620-9694-3F28E5C0C805}" dt="2025-10-06T15:52:22.576" v="1081" actId="20577"/>
        <pc:sldMkLst>
          <pc:docMk/>
          <pc:sldMk cId="1756689486" sldId="377"/>
        </pc:sldMkLst>
        <pc:graphicFrameChg chg="add mod modGraphic">
          <ac:chgData name="Ben Rogers" userId="66a5d1fc-7d30-4848-90c7-106869bf20ea" providerId="ADAL" clId="{6841B880-95CA-5620-9694-3F28E5C0C805}" dt="2025-10-06T14:46:50.847" v="883" actId="20577"/>
          <ac:graphicFrameMkLst>
            <pc:docMk/>
            <pc:sldMk cId="1756689486" sldId="377"/>
            <ac:graphicFrameMk id="6" creationId="{5925BD21-89AB-F155-EA89-47FA4FE6766D}"/>
          </ac:graphicFrameMkLst>
        </pc:graphicFrameChg>
      </pc:sldChg>
      <pc:sldChg chg="modSp mod">
        <pc:chgData name="Ben Rogers" userId="66a5d1fc-7d30-4848-90c7-106869bf20ea" providerId="ADAL" clId="{6841B880-95CA-5620-9694-3F28E5C0C805}" dt="2025-10-06T15:29:20.417" v="902" actId="1076"/>
        <pc:sldMkLst>
          <pc:docMk/>
          <pc:sldMk cId="592955039" sldId="378"/>
        </pc:sldMkLst>
        <pc:graphicFrameChg chg="mod modGraphic">
          <ac:chgData name="Ben Rogers" userId="66a5d1fc-7d30-4848-90c7-106869bf20ea" providerId="ADAL" clId="{6841B880-95CA-5620-9694-3F28E5C0C805}" dt="2025-10-06T15:29:20.417" v="902" actId="1076"/>
          <ac:graphicFrameMkLst>
            <pc:docMk/>
            <pc:sldMk cId="592955039" sldId="378"/>
            <ac:graphicFrameMk id="4" creationId="{597D9ADE-0DCD-200C-48F8-4C304571D85C}"/>
          </ac:graphicFrameMkLst>
        </pc:graphicFrameChg>
      </pc:sldChg>
      <pc:sldChg chg="modSp mod">
        <pc:chgData name="Ben Rogers" userId="66a5d1fc-7d30-4848-90c7-106869bf20ea" providerId="ADAL" clId="{6841B880-95CA-5620-9694-3F28E5C0C805}" dt="2025-10-06T15:29:01.998" v="900" actId="113"/>
        <pc:sldMkLst>
          <pc:docMk/>
          <pc:sldMk cId="2625191503" sldId="381"/>
        </pc:sldMkLst>
        <pc:graphicFrameChg chg="modGraphic">
          <ac:chgData name="Ben Rogers" userId="66a5d1fc-7d30-4848-90c7-106869bf20ea" providerId="ADAL" clId="{6841B880-95CA-5620-9694-3F28E5C0C805}" dt="2025-10-06T15:29:01.998" v="900" actId="113"/>
          <ac:graphicFrameMkLst>
            <pc:docMk/>
            <pc:sldMk cId="2625191503" sldId="381"/>
            <ac:graphicFrameMk id="4" creationId="{80BB28C9-D8F7-A618-6217-53D28F3A06DF}"/>
          </ac:graphicFrameMkLst>
        </pc:graphicFrameChg>
      </pc:sldChg>
      <pc:sldChg chg="modSp mod">
        <pc:chgData name="Ben Rogers" userId="66a5d1fc-7d30-4848-90c7-106869bf20ea" providerId="ADAL" clId="{6841B880-95CA-5620-9694-3F28E5C0C805}" dt="2025-10-06T14:42:36.712" v="729" actId="20577"/>
        <pc:sldMkLst>
          <pc:docMk/>
          <pc:sldMk cId="1132523617" sldId="383"/>
        </pc:sldMkLst>
        <pc:graphicFrameChg chg="modGraphic">
          <ac:chgData name="Ben Rogers" userId="66a5d1fc-7d30-4848-90c7-106869bf20ea" providerId="ADAL" clId="{6841B880-95CA-5620-9694-3F28E5C0C805}" dt="2025-10-06T14:42:36.712" v="729" actId="20577"/>
          <ac:graphicFrameMkLst>
            <pc:docMk/>
            <pc:sldMk cId="1132523617" sldId="383"/>
            <ac:graphicFrameMk id="3" creationId="{B526DD1C-B385-67B5-96F7-4B6AB3433634}"/>
          </ac:graphicFrameMkLst>
        </pc:graphicFrameChg>
      </pc:sldChg>
    </pc:docChg>
  </pc:docChgLst>
  <pc:docChgLst>
    <pc:chgData name="Pete Ozegovic" userId="S::pozegov@ksu.edu::6dbc7e94-0b16-4df0-b3cb-2f0c0c04894f" providerId="AD" clId="Web-{2D26BE81-A445-C363-0A19-D665CC5C7D7B}"/>
    <pc:docChg chg="modSld">
      <pc:chgData name="Pete Ozegovic" userId="S::pozegov@ksu.edu::6dbc7e94-0b16-4df0-b3cb-2f0c0c04894f" providerId="AD" clId="Web-{2D26BE81-A445-C363-0A19-D665CC5C7D7B}" dt="2025-10-27T14:45:38.544" v="1" actId="1076"/>
      <pc:docMkLst>
        <pc:docMk/>
      </pc:docMkLst>
      <pc:sldChg chg="modSp">
        <pc:chgData name="Pete Ozegovic" userId="S::pozegov@ksu.edu::6dbc7e94-0b16-4df0-b3cb-2f0c0c04894f" providerId="AD" clId="Web-{2D26BE81-A445-C363-0A19-D665CC5C7D7B}" dt="2025-10-27T14:45:38.544" v="1" actId="1076"/>
        <pc:sldMkLst>
          <pc:docMk/>
          <pc:sldMk cId="0" sldId="256"/>
        </pc:sldMkLst>
        <pc:picChg chg="mod">
          <ac:chgData name="Pete Ozegovic" userId="S::pozegov@ksu.edu::6dbc7e94-0b16-4df0-b3cb-2f0c0c04894f" providerId="AD" clId="Web-{2D26BE81-A445-C363-0A19-D665CC5C7D7B}" dt="2025-10-27T14:45:38.544" v="1" actId="1076"/>
          <ac:picMkLst>
            <pc:docMk/>
            <pc:sldMk cId="0" sldId="256"/>
            <ac:picMk id="6" creationId="{F3E4CF7B-4CBB-0822-E50F-9B9A1051D136}"/>
          </ac:picMkLst>
        </pc:picChg>
      </pc:sldChg>
    </pc:docChg>
  </pc:docChgLst>
  <pc:docChgLst>
    <pc:chgData name="Pete Ozegovic" userId="S::pozegov@ksu.edu::6dbc7e94-0b16-4df0-b3cb-2f0c0c04894f" providerId="AD" clId="Web-{DB86C3BB-781A-601F-C255-9E2A346BAA55}"/>
    <pc:docChg chg="modSld">
      <pc:chgData name="Pete Ozegovic" userId="S::pozegov@ksu.edu::6dbc7e94-0b16-4df0-b3cb-2f0c0c04894f" providerId="AD" clId="Web-{DB86C3BB-781A-601F-C255-9E2A346BAA55}" dt="2025-10-02T13:53:36.163" v="1"/>
      <pc:docMkLst>
        <pc:docMk/>
      </pc:docMkLst>
      <pc:sldChg chg="modSp">
        <pc:chgData name="Pete Ozegovic" userId="S::pozegov@ksu.edu::6dbc7e94-0b16-4df0-b3cb-2f0c0c04894f" providerId="AD" clId="Web-{DB86C3BB-781A-601F-C255-9E2A346BAA55}" dt="2025-10-02T13:53:36.163" v="1"/>
        <pc:sldMkLst>
          <pc:docMk/>
          <pc:sldMk cId="592955039" sldId="378"/>
        </pc:sldMkLst>
      </pc:sldChg>
    </pc:docChg>
  </pc:docChgLst>
  <pc:docChgLst>
    <pc:chgData name="Christian Evans" userId="S::ccevans@ksu.edu::63e0ecf3-a0f6-4511-b2eb-ca31399d3b25" providerId="AD" clId="Web-{60E73852-8BAB-9250-09E8-2248A3D15956}"/>
    <pc:docChg chg="addSld delSld sldOrd addMainMaster">
      <pc:chgData name="Christian Evans" userId="S::ccevans@ksu.edu::63e0ecf3-a0f6-4511-b2eb-ca31399d3b25" providerId="AD" clId="Web-{60E73852-8BAB-9250-09E8-2248A3D15956}" dt="2025-10-02T02:34:11.528" v="5"/>
      <pc:docMkLst>
        <pc:docMk/>
      </pc:docMkLst>
      <pc:sldChg chg="add del">
        <pc:chgData name="Christian Evans" userId="S::ccevans@ksu.edu::63e0ecf3-a0f6-4511-b2eb-ca31399d3b25" providerId="AD" clId="Web-{60E73852-8BAB-9250-09E8-2248A3D15956}" dt="2025-10-02T02:33:57.184" v="3"/>
        <pc:sldMkLst>
          <pc:docMk/>
          <pc:sldMk cId="3768655983" sldId="366"/>
        </pc:sldMkLst>
      </pc:sldChg>
    </pc:docChg>
  </pc:docChgLst>
  <pc:docChgLst>
    <pc:chgData name="Pete Ozegovic" userId="S::pozegov@ksu.edu::6dbc7e94-0b16-4df0-b3cb-2f0c0c04894f" providerId="AD" clId="Web-{16BA26D5-1C82-D00F-80CE-424BAF943093}"/>
    <pc:docChg chg="modSld">
      <pc:chgData name="Pete Ozegovic" userId="S::pozegov@ksu.edu::6dbc7e94-0b16-4df0-b3cb-2f0c0c04894f" providerId="AD" clId="Web-{16BA26D5-1C82-D00F-80CE-424BAF943093}" dt="2025-10-02T13:43:42.707" v="87"/>
      <pc:docMkLst>
        <pc:docMk/>
      </pc:docMkLst>
      <pc:sldChg chg="addSp delSp modSp">
        <pc:chgData name="Pete Ozegovic" userId="S::pozegov@ksu.edu::6dbc7e94-0b16-4df0-b3cb-2f0c0c04894f" providerId="AD" clId="Web-{16BA26D5-1C82-D00F-80CE-424BAF943093}" dt="2025-10-02T13:43:42.707" v="87"/>
        <pc:sldMkLst>
          <pc:docMk/>
          <pc:sldMk cId="3783313530" sldId="375"/>
        </pc:sldMkLst>
      </pc:sldChg>
      <pc:sldChg chg="delSp modSp">
        <pc:chgData name="Pete Ozegovic" userId="S::pozegov@ksu.edu::6dbc7e94-0b16-4df0-b3cb-2f0c0c04894f" providerId="AD" clId="Web-{16BA26D5-1C82-D00F-80CE-424BAF943093}" dt="2025-10-02T13:39:49.392" v="68"/>
        <pc:sldMkLst>
          <pc:docMk/>
          <pc:sldMk cId="592955039" sldId="378"/>
        </pc:sldMkLst>
      </pc:sldChg>
    </pc:docChg>
  </pc:docChgLst>
  <pc:docChgLst>
    <pc:chgData name="Pete Ozegovic" userId="S::pozegov@ksu.edu::6dbc7e94-0b16-4df0-b3cb-2f0c0c04894f" providerId="AD" clId="Web-{D8C2E725-9002-CBD3-EE5A-9778FCEA42E5}"/>
    <pc:docChg chg="modSld">
      <pc:chgData name="Pete Ozegovic" userId="S::pozegov@ksu.edu::6dbc7e94-0b16-4df0-b3cb-2f0c0c04894f" providerId="AD" clId="Web-{D8C2E725-9002-CBD3-EE5A-9778FCEA42E5}" dt="2025-10-02T14:03:39.239" v="106"/>
      <pc:docMkLst>
        <pc:docMk/>
      </pc:docMkLst>
      <pc:sldChg chg="addSp delSp modSp">
        <pc:chgData name="Pete Ozegovic" userId="S::pozegov@ksu.edu::6dbc7e94-0b16-4df0-b3cb-2f0c0c04894f" providerId="AD" clId="Web-{D8C2E725-9002-CBD3-EE5A-9778FCEA42E5}" dt="2025-10-02T14:03:39.239" v="106"/>
        <pc:sldMkLst>
          <pc:docMk/>
          <pc:sldMk cId="592955039" sldId="378"/>
        </pc:sldMkLst>
      </pc:sldChg>
    </pc:docChg>
  </pc:docChgLst>
  <pc:docChgLst>
    <pc:chgData name="Kennedy Jones" userId="S::kenned5@ksu.edu::45ed1418-5e42-4eb8-952f-dcf52131d264" providerId="AD" clId="Web-{76FAA9FB-9CFC-4A6F-A430-37083ABD9F95}"/>
    <pc:docChg chg="modSld">
      <pc:chgData name="Kennedy Jones" userId="S::kenned5@ksu.edu::45ed1418-5e42-4eb8-952f-dcf52131d264" providerId="AD" clId="Web-{76FAA9FB-9CFC-4A6F-A430-37083ABD9F95}" dt="2025-10-02T14:16:46.605" v="913"/>
      <pc:docMkLst>
        <pc:docMk/>
      </pc:docMkLst>
      <pc:sldChg chg="addSp delSp modSp">
        <pc:chgData name="Kennedy Jones" userId="S::kenned5@ksu.edu::45ed1418-5e42-4eb8-952f-dcf52131d264" providerId="AD" clId="Web-{76FAA9FB-9CFC-4A6F-A430-37083ABD9F95}" dt="2025-10-02T14:16:46.605" v="913"/>
        <pc:sldMkLst>
          <pc:docMk/>
          <pc:sldMk cId="1435323646" sldId="376"/>
        </pc:sldMkLst>
        <pc:graphicFrameChg chg="add mod modGraphic">
          <ac:chgData name="Kennedy Jones" userId="S::kenned5@ksu.edu::45ed1418-5e42-4eb8-952f-dcf52131d264" providerId="AD" clId="Web-{76FAA9FB-9CFC-4A6F-A430-37083ABD9F95}" dt="2025-10-02T14:16:46.605" v="913"/>
          <ac:graphicFrameMkLst>
            <pc:docMk/>
            <pc:sldMk cId="1435323646" sldId="376"/>
            <ac:graphicFrameMk id="6" creationId="{CC26657F-314D-C092-E17C-87497148A6F8}"/>
          </ac:graphicFrameMkLst>
        </pc:graphicFrameChg>
      </pc:sldChg>
    </pc:docChg>
  </pc:docChgLst>
  <pc:docChgLst>
    <pc:chgData name="Christian Evans" userId="S::ccevans@ksu.edu::63e0ecf3-a0f6-4511-b2eb-ca31399d3b25" providerId="AD" clId="Web-{39A04F1B-2F84-4279-3962-2F57A1485A39}"/>
    <pc:docChg chg="modSld">
      <pc:chgData name="Christian Evans" userId="S::ccevans@ksu.edu::63e0ecf3-a0f6-4511-b2eb-ca31399d3b25" providerId="AD" clId="Web-{39A04F1B-2F84-4279-3962-2F57A1485A39}" dt="2025-10-06T21:23:24.275" v="1117"/>
      <pc:docMkLst>
        <pc:docMk/>
      </pc:docMkLst>
      <pc:sldChg chg="modNotes">
        <pc:chgData name="Christian Evans" userId="S::ccevans@ksu.edu::63e0ecf3-a0f6-4511-b2eb-ca31399d3b25" providerId="AD" clId="Web-{39A04F1B-2F84-4279-3962-2F57A1485A39}" dt="2025-10-06T21:23:24.275" v="1117"/>
        <pc:sldMkLst>
          <pc:docMk/>
          <pc:sldMk cId="3768655983" sldId="366"/>
        </pc:sldMkLst>
      </pc:sldChg>
      <pc:sldChg chg="modNotes">
        <pc:chgData name="Christian Evans" userId="S::ccevans@ksu.edu::63e0ecf3-a0f6-4511-b2eb-ca31399d3b25" providerId="AD" clId="Web-{39A04F1B-2F84-4279-3962-2F57A1485A39}" dt="2025-10-06T21:17:12.616" v="184"/>
        <pc:sldMkLst>
          <pc:docMk/>
          <pc:sldMk cId="1764215007" sldId="3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noAutofit/>
          </a:bodyPr>
          <a:lstStyle>
            <a:lvl1pPr marL="0" marR="0" lvl="0" indent="-889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noAutofit/>
          </a:bodyPr>
          <a:lstStyle>
            <a:lvl1pPr marL="0" marR="0" lvl="0" indent="-88900" algn="r"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1pPr>
            <a:lvl2pPr marL="914400" marR="0" lvl="1"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2pPr>
            <a:lvl3pPr marL="1371600" marR="0" lvl="2"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3pPr>
            <a:lvl4pPr marL="1828800" marR="0" lvl="3"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4pPr>
            <a:lvl5pPr marL="2286000" marR="0" lvl="4"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5pPr>
            <a:lvl6pPr marL="2743200" marR="0" lvl="5"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6pPr>
            <a:lvl7pPr marL="3200400" marR="0" lvl="6"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7pPr>
            <a:lvl8pPr marL="3657600" marR="0" lvl="7"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8pPr>
            <a:lvl9pPr marL="4114800" marR="0" lvl="8" indent="-3175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noAutofit/>
          </a:bodyPr>
          <a:lstStyle>
            <a:lvl1pPr marL="0" marR="0" lvl="0" indent="-88900" algn="l" rtl="0">
              <a:spcBef>
                <a:spcPts val="0"/>
              </a:spcBef>
              <a:spcAft>
                <a:spcPts val="0"/>
              </a:spcAft>
              <a:buSzPts val="1400"/>
              <a:buChar char="●"/>
              <a:defRPr sz="1200" b="0" i="0" u="none" strike="noStrike" cap="none">
                <a:solidFill>
                  <a:schemeClr val="dk1"/>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Calibri"/>
                <a:ea typeface="Calibri"/>
                <a:cs typeface="Calibri"/>
                <a:sym typeface="Calibri"/>
              </a:rPr>
              <a:t>Gantzen Introduces Group</a:t>
            </a:r>
            <a:endParaRPr sz="1200" b="0" i="0" u="none" strike="noStrike" cap="none">
              <a:solidFill>
                <a:schemeClr val="dk1"/>
              </a:solidFill>
              <a:latin typeface="Calibri"/>
              <a:ea typeface="Calibri"/>
              <a:cs typeface="Calibri"/>
              <a:sym typeface="Calibri"/>
            </a:endParaRPr>
          </a:p>
        </p:txBody>
      </p:sp>
      <p:sp>
        <p:nvSpPr>
          <p:cNvPr id="88" name="Google Shape;8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 </a:t>
            </a:r>
          </a:p>
          <a:p>
            <a:pPr marL="139700" indent="0">
              <a:buNone/>
            </a:pPr>
            <a:r>
              <a:rPr lang="en-US"/>
              <a:t>Discusses Problem Statement and Solution</a:t>
            </a:r>
          </a:p>
          <a:p>
            <a:pPr marL="139700" indent="0">
              <a:buNone/>
            </a:pPr>
            <a:r>
              <a:rPr lang="en-US"/>
              <a:t>Also Discuss the great significance in what the weather stations do and what our project offers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7149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Go through the measurable requirements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2104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Discuss the specifics of the sensors</a:t>
            </a:r>
          </a:p>
          <a:p>
            <a:pPr marL="139700" indent="0">
              <a:buNone/>
            </a:pPr>
            <a:r>
              <a:rPr lang="en-US"/>
              <a:t>Not hard set requirements</a:t>
            </a:r>
          </a:p>
          <a:p>
            <a:pPr marL="139700" indent="0">
              <a:buNone/>
            </a:pPr>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93885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Discuss some general standards that are followed in the project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91115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Self explanatory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6914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Kennedy – Discuss decision matrix and what sensors were chose and why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34873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Discussion of different design approach and explain why we are choosing designs rather than purchasing them straight up</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3385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Ben: discuss modem types (going with the </a:t>
            </a:r>
            <a:r>
              <a:rPr lang="en-US" err="1"/>
              <a:t>Lilygo</a:t>
            </a:r>
            <a:r>
              <a:rPr lang="en-US"/>
              <a:t>) and discuss a little bit about it</a:t>
            </a:r>
          </a:p>
          <a:p>
            <a:r>
              <a:rPr lang="en-US"/>
              <a:t>Talk about SIM card we would need to buy – could do data calculations later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92036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The ESP32-WROOM-32U is the best choice because it's powerful, affordable, and has built-in WI-FI and Bluetooth. </a:t>
            </a:r>
          </a:p>
          <a:p>
            <a:pPr>
              <a:buNone/>
            </a:pPr>
            <a:r>
              <a:rPr lang="en-US"/>
              <a:t>It can easily handle multiple sensors, connects quickly, and has great library and community support for fast development. </a:t>
            </a:r>
          </a:p>
          <a:p>
            <a:pPr>
              <a:buNone/>
            </a:pPr>
            <a:r>
              <a:rPr lang="en-US"/>
              <a:t>Its external antenna also makes it reliable for outdoor use.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0680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0ADE339-A64B-2B99-4CB3-4B141FB02138}"/>
            </a:ext>
          </a:extLst>
        </p:cNvPr>
        <p:cNvGrpSpPr/>
        <p:nvPr/>
      </p:nvGrpSpPr>
      <p:grpSpPr>
        <a:xfrm>
          <a:off x="0" y="0"/>
          <a:ext cx="0" cy="0"/>
          <a:chOff x="0" y="0"/>
          <a:chExt cx="0" cy="0"/>
        </a:xfrm>
      </p:grpSpPr>
      <p:sp>
        <p:nvSpPr>
          <p:cNvPr id="86" name="Google Shape;86;p4:notes">
            <a:extLst>
              <a:ext uri="{FF2B5EF4-FFF2-40B4-BE49-F238E27FC236}">
                <a16:creationId xmlns:a16="http://schemas.microsoft.com/office/drawing/2014/main" id="{DBA6671D-C782-BE06-AF38-BFDE0EEAB22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4:notes">
            <a:extLst>
              <a:ext uri="{FF2B5EF4-FFF2-40B4-BE49-F238E27FC236}">
                <a16:creationId xmlns:a16="http://schemas.microsoft.com/office/drawing/2014/main" id="{8480566C-8B95-B113-3C1D-4BD0949C2C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buNone/>
            </a:pPr>
            <a:r>
              <a:rPr lang="en-US"/>
              <a:t>Of these three designs, one is really even feasible off the get go with our budget and resources. While it would be nice to use a more efficient system with 3 phase power or a more efficient generation type such as a wind turbine, the cost of the supplies to implement would just exceed our entire budget for the rest of the project.</a:t>
            </a:r>
            <a:endParaRPr lang="en-US" sz="1200" b="0" i="0" u="none" strike="noStrike" cap="none">
              <a:solidFill>
                <a:schemeClr val="dk1"/>
              </a:solidFill>
              <a:latin typeface="Calibri"/>
              <a:ea typeface="Calibri"/>
              <a:cs typeface="Calibri"/>
            </a:endParaRPr>
          </a:p>
        </p:txBody>
      </p:sp>
      <p:sp>
        <p:nvSpPr>
          <p:cNvPr id="88" name="Google Shape;88;p4:notes">
            <a:extLst>
              <a:ext uri="{FF2B5EF4-FFF2-40B4-BE49-F238E27FC236}">
                <a16:creationId xmlns:a16="http://schemas.microsoft.com/office/drawing/2014/main" id="{F40D68E5-48DF-94A0-811C-999E7BF0E2E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6058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927BC76-DAE3-C035-DA2D-9B87E260366C}"/>
            </a:ext>
          </a:extLst>
        </p:cNvPr>
        <p:cNvGrpSpPr/>
        <p:nvPr/>
      </p:nvGrpSpPr>
      <p:grpSpPr>
        <a:xfrm>
          <a:off x="0" y="0"/>
          <a:ext cx="0" cy="0"/>
          <a:chOff x="0" y="0"/>
          <a:chExt cx="0" cy="0"/>
        </a:xfrm>
      </p:grpSpPr>
      <p:sp>
        <p:nvSpPr>
          <p:cNvPr id="86" name="Google Shape;86;p4:notes">
            <a:extLst>
              <a:ext uri="{FF2B5EF4-FFF2-40B4-BE49-F238E27FC236}">
                <a16:creationId xmlns:a16="http://schemas.microsoft.com/office/drawing/2014/main" id="{F5D433F2-3D85-D0DD-1173-F5715859BF3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4:notes">
            <a:extLst>
              <a:ext uri="{FF2B5EF4-FFF2-40B4-BE49-F238E27FC236}">
                <a16:creationId xmlns:a16="http://schemas.microsoft.com/office/drawing/2014/main" id="{EAB36D40-26A2-4378-2880-83931D38A0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buNone/>
            </a:pPr>
            <a:r>
              <a:rPr lang="en-US"/>
              <a:t>Christian</a:t>
            </a:r>
          </a:p>
          <a:p>
            <a:pPr marL="0" indent="0">
              <a:buNone/>
            </a:pPr>
            <a:r>
              <a:rPr lang="en-US"/>
              <a:t>System Layout</a:t>
            </a:r>
          </a:p>
          <a:p>
            <a:pPr marL="0" indent="0">
              <a:buNone/>
            </a:pPr>
            <a:r>
              <a:rPr lang="en-US"/>
              <a:t> - Solar Panel with Charge protection/control connected to a 12V battery. (capacity needs sizing)</a:t>
            </a:r>
          </a:p>
          <a:p>
            <a:pPr marL="0" indent="0">
              <a:buNone/>
            </a:pPr>
            <a:r>
              <a:rPr lang="en-US"/>
              <a:t>   - This will need to be able to control the current direction in and out of the battery for charging and discharging</a:t>
            </a:r>
          </a:p>
          <a:p>
            <a:pPr marL="0" indent="0">
              <a:buNone/>
            </a:pPr>
            <a:r>
              <a:rPr lang="en-US"/>
              <a:t> - Battery Feeds 1-2 SMPS, most likely a buck convertor and a flyback convertor, flyback using two coils to split a 5V and a 3.3V rail for Sensors and microcontroller alike</a:t>
            </a:r>
          </a:p>
          <a:p>
            <a:pPr marL="0" indent="0">
              <a:buNone/>
            </a:pPr>
            <a:r>
              <a:rPr lang="en-US"/>
              <a:t> - Modem draws most current in spikes. Will require a more robust convertor design that can handle varying current demands and more precise voltage bucking. (Will also need a duty cycle since the current draw will depend on if the modem is sending or in an idle state).</a:t>
            </a:r>
          </a:p>
          <a:p>
            <a:pPr marL="0" indent="0">
              <a:buNone/>
            </a:pPr>
            <a:r>
              <a:rPr lang="en-US"/>
              <a:t> - Power distribution network will be constructed on a separate PCB for easy of safety measures and replacement in the future. </a:t>
            </a:r>
          </a:p>
          <a:p>
            <a:pPr marL="0" indent="0">
              <a:buNone/>
            </a:pPr>
            <a:r>
              <a:rPr lang="en-US"/>
              <a:t> </a:t>
            </a:r>
          </a:p>
        </p:txBody>
      </p:sp>
      <p:sp>
        <p:nvSpPr>
          <p:cNvPr id="88" name="Google Shape;88;p4:notes">
            <a:extLst>
              <a:ext uri="{FF2B5EF4-FFF2-40B4-BE49-F238E27FC236}">
                <a16:creationId xmlns:a16="http://schemas.microsoft.com/office/drawing/2014/main" id="{7A62BEAF-0973-A275-8154-47F8CEB3977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0817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Christian</a:t>
            </a:r>
          </a:p>
          <a:p>
            <a:pPr>
              <a:buNone/>
            </a:pPr>
            <a:r>
              <a:rPr lang="en-US"/>
              <a:t>One big risk we must plan for in advance is an insufficient power generation. We must size the battery and solar panel with a safety margin to avoid potentially harming the components of our system during power tight hours.</a:t>
            </a:r>
          </a:p>
          <a:p>
            <a:pPr>
              <a:buNone/>
            </a:pPr>
            <a:r>
              <a:rPr lang="en-US"/>
              <a:t>Another big risk is possible overgeneration. During the summertime, with extended daylight hours, we may have to handle a larger amount of generation than average. The implementation of a charge controller can help with this issue.</a:t>
            </a:r>
          </a:p>
          <a:p>
            <a:pPr>
              <a:buNone/>
            </a:pPr>
            <a:endParaRPr lang="en-US"/>
          </a:p>
          <a:p>
            <a:pPr>
              <a:buNone/>
            </a:pPr>
            <a:r>
              <a:rPr lang="en-US"/>
              <a:t>To ensure proper monitoring of both of these risks, we plan to add a relay system that can send battery and solar panel health information. We may also add a small emergency battery that can be used to send an SOS signal in case of a catastrophic power system error.</a:t>
            </a:r>
          </a:p>
          <a:p>
            <a:pPr>
              <a:buNone/>
            </a:pPr>
            <a:endParaRPr lang="en-US"/>
          </a:p>
          <a:p>
            <a:pPr>
              <a:buNone/>
            </a:pPr>
            <a:r>
              <a:rPr lang="en-US"/>
              <a:t>Since we are sending information over open air, security and encryption are important to prevent attacks on our system from unwanted sources. The current system has issues with unwanted users pinging the systems, an issue we would like to solve or mitigate at the very least.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83601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Here is our Verification Matrix (how we will measure each requirement parameter)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48801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US"/>
              <a:t>Gantzen</a:t>
            </a:r>
          </a:p>
          <a:p>
            <a:pPr marL="139700" indent="0">
              <a:buNone/>
            </a:pPr>
            <a:r>
              <a:rPr lang="en-US"/>
              <a:t>Here is our RACI Chart (how we will design who is responsible for what)</a:t>
            </a:r>
          </a:p>
          <a:p>
            <a:pPr marL="139700" indent="0">
              <a:buNone/>
            </a:pPr>
            <a:r>
              <a:rPr lang="en-US"/>
              <a:t>Flows right into our Gantt Chart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7592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B85242E-341E-660B-ABB0-C46E1E2C6F13}"/>
            </a:ext>
          </a:extLst>
        </p:cNvPr>
        <p:cNvGrpSpPr/>
        <p:nvPr/>
      </p:nvGrpSpPr>
      <p:grpSpPr>
        <a:xfrm>
          <a:off x="0" y="0"/>
          <a:ext cx="0" cy="0"/>
          <a:chOff x="0" y="0"/>
          <a:chExt cx="0" cy="0"/>
        </a:xfrm>
      </p:grpSpPr>
      <p:sp>
        <p:nvSpPr>
          <p:cNvPr id="86" name="Google Shape;86;p4:notes">
            <a:extLst>
              <a:ext uri="{FF2B5EF4-FFF2-40B4-BE49-F238E27FC236}">
                <a16:creationId xmlns:a16="http://schemas.microsoft.com/office/drawing/2014/main" id="{3519A1B4-E593-E213-5E53-5B787C89D93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4:notes">
            <a:extLst>
              <a:ext uri="{FF2B5EF4-FFF2-40B4-BE49-F238E27FC236}">
                <a16:creationId xmlns:a16="http://schemas.microsoft.com/office/drawing/2014/main" id="{CB9716FF-FF96-1F59-4C0B-55A8DFBD92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88" name="Google Shape;88;p4:notes">
            <a:extLst>
              <a:ext uri="{FF2B5EF4-FFF2-40B4-BE49-F238E27FC236}">
                <a16:creationId xmlns:a16="http://schemas.microsoft.com/office/drawing/2014/main" id="{6245CF7C-3620-B6A6-A205-F093266CB3C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17</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2644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r>
              <a:rPr lang="en-US"/>
              <a:t>Click to edit Master title style</a:t>
            </a:r>
            <a:endParaRPr/>
          </a:p>
        </p:txBody>
      </p:sp>
      <p:sp>
        <p:nvSpPr>
          <p:cNvPr id="18" name="Google Shape;18;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L="0" marR="0" lvl="0" indent="0" algn="ctr" rtl="0">
              <a:spcBef>
                <a:spcPts val="640"/>
              </a:spcBef>
              <a:spcAft>
                <a:spcPts val="0"/>
              </a:spcAft>
              <a:buClr>
                <a:srgbClr val="888888"/>
              </a:buClr>
              <a:buSzPts val="1400"/>
              <a:buFont typeface="Arial"/>
              <a:buNone/>
              <a:defRPr sz="3200" b="0" i="0" u="none" strike="noStrike" cap="none">
                <a:solidFill>
                  <a:srgbClr val="888888"/>
                </a:solidFill>
                <a:latin typeface="Calibri"/>
                <a:ea typeface="Calibri"/>
                <a:cs typeface="Calibri"/>
                <a:sym typeface="Calibri"/>
              </a:defRPr>
            </a:lvl1pPr>
            <a:lvl2pPr marL="457200" marR="0" lvl="1" indent="0" algn="ctr" rtl="0">
              <a:spcBef>
                <a:spcPts val="560"/>
              </a:spcBef>
              <a:spcAft>
                <a:spcPts val="0"/>
              </a:spcAft>
              <a:buClr>
                <a:srgbClr val="888888"/>
              </a:buClr>
              <a:buSzPts val="1400"/>
              <a:buFont typeface="Arial"/>
              <a:buNone/>
              <a:defRPr sz="2800" b="0" i="0" u="none" strike="noStrike" cap="none">
                <a:solidFill>
                  <a:srgbClr val="888888"/>
                </a:solidFill>
                <a:latin typeface="Calibri"/>
                <a:ea typeface="Calibri"/>
                <a:cs typeface="Calibri"/>
                <a:sym typeface="Calibri"/>
              </a:defRPr>
            </a:lvl2pPr>
            <a:lvl3pPr marL="914400" marR="0" lvl="2" indent="0" algn="ctr" rtl="0">
              <a:spcBef>
                <a:spcPts val="480"/>
              </a:spcBef>
              <a:spcAft>
                <a:spcPts val="0"/>
              </a:spcAft>
              <a:buClr>
                <a:srgbClr val="888888"/>
              </a:buClr>
              <a:buSzPts val="1400"/>
              <a:buFont typeface="Arial"/>
              <a:buNone/>
              <a:defRPr sz="2400" b="0" i="0" u="none" strike="noStrike" cap="none">
                <a:solidFill>
                  <a:srgbClr val="888888"/>
                </a:solidFill>
                <a:latin typeface="Calibri"/>
                <a:ea typeface="Calibri"/>
                <a:cs typeface="Calibri"/>
                <a:sym typeface="Calibri"/>
              </a:defRPr>
            </a:lvl3pPr>
            <a:lvl4pPr marL="1371600" marR="0" lvl="3" indent="0" algn="ctr" rtl="0">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4pPr>
            <a:lvl5pPr marL="1828800" marR="0" lvl="4" indent="0" algn="ctr" rtl="0">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5pPr>
            <a:lvl6pPr marL="2286000" marR="0" lvl="5" indent="0" algn="ctr" rtl="0">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6pPr>
            <a:lvl7pPr marL="2743200" marR="0" lvl="6" indent="0" algn="ctr" rtl="0">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7pPr>
            <a:lvl8pPr marL="3200400" marR="0" lvl="7" indent="0" algn="ctr" rtl="0">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8pPr>
            <a:lvl9pPr marL="3657600" marR="0" lvl="8" indent="0" algn="ctr" rtl="0">
              <a:spcBef>
                <a:spcPts val="400"/>
              </a:spcBef>
              <a:spcAft>
                <a:spcPts val="0"/>
              </a:spcAft>
              <a:buClr>
                <a:srgbClr val="888888"/>
              </a:buClr>
              <a:buSzPts val="1400"/>
              <a:buFont typeface="Arial"/>
              <a:buNone/>
              <a:defRPr sz="2000" b="0" i="0" u="none" strike="noStrike" cap="none">
                <a:solidFill>
                  <a:srgbClr val="888888"/>
                </a:solidFill>
                <a:latin typeface="Calibri"/>
                <a:ea typeface="Calibri"/>
                <a:cs typeface="Calibri"/>
                <a:sym typeface="Calibri"/>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457200" y="348478"/>
            <a:ext cx="8229600" cy="1143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1400"/>
              <a:buFont typeface="Calibri"/>
              <a:buNone/>
              <a:defRPr sz="4400">
                <a:solidFill>
                  <a:schemeClr val="dk1"/>
                </a:solidFill>
                <a:latin typeface="Calibri"/>
                <a:ea typeface="Calibri"/>
                <a:cs typeface="Calibri"/>
                <a:sym typeface="Calibri"/>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24" name="Google Shape;24;p3"/>
          <p:cNvSpPr txBox="1">
            <a:spLocks noGrp="1"/>
          </p:cNvSpPr>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lvl="0" indent="-317500" algn="l" rtl="0">
              <a:spcBef>
                <a:spcPts val="640"/>
              </a:spcBef>
              <a:spcAft>
                <a:spcPts val="0"/>
              </a:spcAft>
              <a:buClr>
                <a:schemeClr val="dk1"/>
              </a:buClr>
              <a:buSzPts val="1400"/>
              <a:buFont typeface="Arial"/>
              <a:buChar char="•"/>
              <a:defRPr sz="3200">
                <a:solidFill>
                  <a:schemeClr val="dk1"/>
                </a:solidFill>
                <a:latin typeface="Calibri"/>
                <a:ea typeface="Calibri"/>
                <a:cs typeface="Calibri"/>
                <a:sym typeface="Calibri"/>
              </a:defRPr>
            </a:lvl1pPr>
            <a:lvl2pPr marL="914400" lvl="1" indent="-317500" algn="l" rtl="0">
              <a:spcBef>
                <a:spcPts val="560"/>
              </a:spcBef>
              <a:spcAft>
                <a:spcPts val="0"/>
              </a:spcAft>
              <a:buClr>
                <a:schemeClr val="dk1"/>
              </a:buClr>
              <a:buSzPts val="1400"/>
              <a:buFont typeface="Arial"/>
              <a:buChar char="–"/>
              <a:defRPr sz="2800">
                <a:solidFill>
                  <a:schemeClr val="dk1"/>
                </a:solidFill>
                <a:latin typeface="Calibri"/>
                <a:ea typeface="Calibri"/>
                <a:cs typeface="Calibri"/>
                <a:sym typeface="Calibri"/>
              </a:defRPr>
            </a:lvl2pPr>
            <a:lvl3pPr marL="1371600" lvl="2" indent="-317500" algn="l" rtl="0">
              <a:spcBef>
                <a:spcPts val="480"/>
              </a:spcBef>
              <a:spcAft>
                <a:spcPts val="0"/>
              </a:spcAft>
              <a:buClr>
                <a:schemeClr val="dk1"/>
              </a:buClr>
              <a:buSzPts val="1400"/>
              <a:buFont typeface="Arial"/>
              <a:buChar char="•"/>
              <a:defRPr sz="2400">
                <a:solidFill>
                  <a:schemeClr val="dk1"/>
                </a:solidFill>
                <a:latin typeface="Calibri"/>
                <a:ea typeface="Calibri"/>
                <a:cs typeface="Calibri"/>
                <a:sym typeface="Calibri"/>
              </a:defRPr>
            </a:lvl3pPr>
            <a:lvl4pPr marL="1828800" lvl="3"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4pPr>
            <a:lvl5pPr marL="2286000" lvl="4"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5pPr>
            <a:lvl6pPr marL="2743200" lvl="5"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6pPr>
            <a:lvl7pPr marL="3200400" lvl="6"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7pPr>
            <a:lvl8pPr marL="3657600" lvl="7"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8pPr>
            <a:lvl9pPr marL="4114800" lvl="8"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9pPr>
          </a:lstStyle>
          <a:p>
            <a:pPr lvl="0"/>
            <a:r>
              <a:rPr lang="en-US"/>
              <a:t>Click to edit Master text styles</a:t>
            </a:r>
          </a:p>
        </p:txBody>
      </p:sp>
      <p:sp>
        <p:nvSpPr>
          <p:cNvPr id="25" name="Google Shape;25;p3"/>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lvl="0" algn="l" rtl="0">
              <a:spcBef>
                <a:spcPts val="0"/>
              </a:spcBef>
              <a:spcAft>
                <a:spcPts val="0"/>
              </a:spcAft>
              <a:buSzPts val="1400"/>
              <a:buNone/>
              <a:defRPr sz="4000" b="1" cap="none"/>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30" name="Google Shape;30;p4"/>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lvl="0" indent="-228600" rtl="0">
              <a:spcBef>
                <a:spcPts val="640"/>
              </a:spcBef>
              <a:spcAft>
                <a:spcPts val="0"/>
              </a:spcAft>
              <a:buClr>
                <a:srgbClr val="888888"/>
              </a:buClr>
              <a:buSzPts val="1400"/>
              <a:buFont typeface="Calibri"/>
              <a:buNone/>
              <a:defRPr sz="2000">
                <a:solidFill>
                  <a:srgbClr val="888888"/>
                </a:solidFill>
              </a:defRPr>
            </a:lvl1pPr>
            <a:lvl2pPr marL="914400" lvl="1" indent="-228600" rtl="0">
              <a:spcBef>
                <a:spcPts val="560"/>
              </a:spcBef>
              <a:spcAft>
                <a:spcPts val="0"/>
              </a:spcAft>
              <a:buClr>
                <a:srgbClr val="888888"/>
              </a:buClr>
              <a:buSzPts val="1400"/>
              <a:buFont typeface="Calibri"/>
              <a:buNone/>
              <a:defRPr sz="1800">
                <a:solidFill>
                  <a:srgbClr val="888888"/>
                </a:solidFill>
              </a:defRPr>
            </a:lvl2pPr>
            <a:lvl3pPr marL="1371600" lvl="2" indent="-228600" rtl="0">
              <a:spcBef>
                <a:spcPts val="480"/>
              </a:spcBef>
              <a:spcAft>
                <a:spcPts val="0"/>
              </a:spcAft>
              <a:buClr>
                <a:srgbClr val="888888"/>
              </a:buClr>
              <a:buSzPts val="1400"/>
              <a:buFont typeface="Calibri"/>
              <a:buNone/>
              <a:defRPr sz="1600">
                <a:solidFill>
                  <a:srgbClr val="888888"/>
                </a:solidFill>
              </a:defRPr>
            </a:lvl3pPr>
            <a:lvl4pPr marL="1828800" lvl="3" indent="-228600" rtl="0">
              <a:spcBef>
                <a:spcPts val="400"/>
              </a:spcBef>
              <a:spcAft>
                <a:spcPts val="0"/>
              </a:spcAft>
              <a:buClr>
                <a:srgbClr val="888888"/>
              </a:buClr>
              <a:buSzPts val="1400"/>
              <a:buFont typeface="Calibri"/>
              <a:buNone/>
              <a:defRPr sz="1400">
                <a:solidFill>
                  <a:srgbClr val="888888"/>
                </a:solidFill>
              </a:defRPr>
            </a:lvl4pPr>
            <a:lvl5pPr marL="2286000" lvl="4" indent="-228600" rtl="0">
              <a:spcBef>
                <a:spcPts val="400"/>
              </a:spcBef>
              <a:spcAft>
                <a:spcPts val="0"/>
              </a:spcAft>
              <a:buClr>
                <a:srgbClr val="888888"/>
              </a:buClr>
              <a:buSzPts val="1400"/>
              <a:buFont typeface="Calibri"/>
              <a:buNone/>
              <a:defRPr sz="1400">
                <a:solidFill>
                  <a:srgbClr val="888888"/>
                </a:solidFill>
              </a:defRPr>
            </a:lvl5pPr>
            <a:lvl6pPr marL="2743200" lvl="5" indent="-228600" rtl="0">
              <a:spcBef>
                <a:spcPts val="400"/>
              </a:spcBef>
              <a:spcAft>
                <a:spcPts val="0"/>
              </a:spcAft>
              <a:buClr>
                <a:srgbClr val="888888"/>
              </a:buClr>
              <a:buSzPts val="1400"/>
              <a:buFont typeface="Calibri"/>
              <a:buNone/>
              <a:defRPr sz="1400">
                <a:solidFill>
                  <a:srgbClr val="888888"/>
                </a:solidFill>
              </a:defRPr>
            </a:lvl6pPr>
            <a:lvl7pPr marL="3200400" lvl="6" indent="-228600" rtl="0">
              <a:spcBef>
                <a:spcPts val="400"/>
              </a:spcBef>
              <a:spcAft>
                <a:spcPts val="0"/>
              </a:spcAft>
              <a:buClr>
                <a:srgbClr val="888888"/>
              </a:buClr>
              <a:buSzPts val="1400"/>
              <a:buFont typeface="Calibri"/>
              <a:buNone/>
              <a:defRPr sz="1400">
                <a:solidFill>
                  <a:srgbClr val="888888"/>
                </a:solidFill>
              </a:defRPr>
            </a:lvl7pPr>
            <a:lvl8pPr marL="3657600" lvl="7" indent="-228600" rtl="0">
              <a:spcBef>
                <a:spcPts val="400"/>
              </a:spcBef>
              <a:spcAft>
                <a:spcPts val="0"/>
              </a:spcAft>
              <a:buClr>
                <a:srgbClr val="888888"/>
              </a:buClr>
              <a:buSzPts val="1400"/>
              <a:buFont typeface="Calibri"/>
              <a:buNone/>
              <a:defRPr sz="1400">
                <a:solidFill>
                  <a:srgbClr val="888888"/>
                </a:solidFill>
              </a:defRPr>
            </a:lvl8pPr>
            <a:lvl9pPr marL="4114800" lvl="8" indent="-228600" rtl="0">
              <a:spcBef>
                <a:spcPts val="400"/>
              </a:spcBef>
              <a:spcAft>
                <a:spcPts val="0"/>
              </a:spcAft>
              <a:buClr>
                <a:srgbClr val="888888"/>
              </a:buClr>
              <a:buSzPts val="1400"/>
              <a:buFont typeface="Calibri"/>
              <a:buNone/>
              <a:defRPr sz="1400">
                <a:solidFill>
                  <a:srgbClr val="888888"/>
                </a:solidFill>
              </a:defRPr>
            </a:lvl9pPr>
          </a:lstStyle>
          <a:p>
            <a:pPr lvl="0"/>
            <a:r>
              <a:rPr lang="en-US"/>
              <a:t>Click to edit Master text styles</a:t>
            </a: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457200" y="392782"/>
            <a:ext cx="8229600" cy="1143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43" name="Google Shape;43;p6"/>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lvl="0" indent="-228600" rtl="0">
              <a:spcBef>
                <a:spcPts val="640"/>
              </a:spcBef>
              <a:spcAft>
                <a:spcPts val="0"/>
              </a:spcAft>
              <a:buSzPts val="1400"/>
              <a:buFont typeface="Calibri"/>
              <a:buNone/>
              <a:defRPr sz="2400" b="1"/>
            </a:lvl1pPr>
            <a:lvl2pPr marL="914400" lvl="1" indent="-228600" rtl="0">
              <a:spcBef>
                <a:spcPts val="560"/>
              </a:spcBef>
              <a:spcAft>
                <a:spcPts val="0"/>
              </a:spcAft>
              <a:buSzPts val="1400"/>
              <a:buFont typeface="Calibri"/>
              <a:buNone/>
              <a:defRPr sz="2000" b="1"/>
            </a:lvl2pPr>
            <a:lvl3pPr marL="1371600" lvl="2" indent="-228600" rtl="0">
              <a:spcBef>
                <a:spcPts val="480"/>
              </a:spcBef>
              <a:spcAft>
                <a:spcPts val="0"/>
              </a:spcAft>
              <a:buSzPts val="1400"/>
              <a:buFont typeface="Calibri"/>
              <a:buNone/>
              <a:defRPr sz="1800" b="1"/>
            </a:lvl3pPr>
            <a:lvl4pPr marL="1828800" lvl="3" indent="-228600" rtl="0">
              <a:spcBef>
                <a:spcPts val="400"/>
              </a:spcBef>
              <a:spcAft>
                <a:spcPts val="0"/>
              </a:spcAft>
              <a:buSzPts val="1400"/>
              <a:buFont typeface="Calibri"/>
              <a:buNone/>
              <a:defRPr sz="1600" b="1"/>
            </a:lvl4pPr>
            <a:lvl5pPr marL="2286000" lvl="4" indent="-228600" rtl="0">
              <a:spcBef>
                <a:spcPts val="400"/>
              </a:spcBef>
              <a:spcAft>
                <a:spcPts val="0"/>
              </a:spcAft>
              <a:buSzPts val="1400"/>
              <a:buFont typeface="Calibri"/>
              <a:buNone/>
              <a:defRPr sz="1600" b="1"/>
            </a:lvl5pPr>
            <a:lvl6pPr marL="2743200" lvl="5" indent="-228600" rtl="0">
              <a:spcBef>
                <a:spcPts val="400"/>
              </a:spcBef>
              <a:spcAft>
                <a:spcPts val="0"/>
              </a:spcAft>
              <a:buSzPts val="1400"/>
              <a:buFont typeface="Calibri"/>
              <a:buNone/>
              <a:defRPr sz="1600" b="1"/>
            </a:lvl6pPr>
            <a:lvl7pPr marL="3200400" lvl="6" indent="-228600" rtl="0">
              <a:spcBef>
                <a:spcPts val="400"/>
              </a:spcBef>
              <a:spcAft>
                <a:spcPts val="0"/>
              </a:spcAft>
              <a:buSzPts val="1400"/>
              <a:buFont typeface="Calibri"/>
              <a:buNone/>
              <a:defRPr sz="1600" b="1"/>
            </a:lvl7pPr>
            <a:lvl8pPr marL="3657600" lvl="7" indent="-228600" rtl="0">
              <a:spcBef>
                <a:spcPts val="400"/>
              </a:spcBef>
              <a:spcAft>
                <a:spcPts val="0"/>
              </a:spcAft>
              <a:buSzPts val="1400"/>
              <a:buFont typeface="Calibri"/>
              <a:buNone/>
              <a:defRPr sz="1600" b="1"/>
            </a:lvl8pPr>
            <a:lvl9pPr marL="4114800" lvl="8" indent="-228600" rtl="0">
              <a:spcBef>
                <a:spcPts val="400"/>
              </a:spcBef>
              <a:spcAft>
                <a:spcPts val="0"/>
              </a:spcAft>
              <a:buSzPts val="1400"/>
              <a:buFont typeface="Calibri"/>
              <a:buNone/>
              <a:defRPr sz="1600" b="1"/>
            </a:lvl9pPr>
          </a:lstStyle>
          <a:p>
            <a:pPr lvl="0"/>
            <a:r>
              <a:rPr lang="en-US"/>
              <a:t>Click to edit Master text styles</a:t>
            </a:r>
          </a:p>
        </p:txBody>
      </p:sp>
      <p:sp>
        <p:nvSpPr>
          <p:cNvPr id="44" name="Google Shape;44;p6"/>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lvl="0" indent="-317500" rtl="0">
              <a:spcBef>
                <a:spcPts val="640"/>
              </a:spcBef>
              <a:spcAft>
                <a:spcPts val="0"/>
              </a:spcAft>
              <a:buSzPts val="1400"/>
              <a:buChar char="•"/>
              <a:defRPr sz="2400"/>
            </a:lvl1pPr>
            <a:lvl2pPr marL="914400" lvl="1" indent="-317500" rtl="0">
              <a:spcBef>
                <a:spcPts val="560"/>
              </a:spcBef>
              <a:spcAft>
                <a:spcPts val="0"/>
              </a:spcAft>
              <a:buSzPts val="1400"/>
              <a:buChar char="–"/>
              <a:defRPr sz="2000"/>
            </a:lvl2pPr>
            <a:lvl3pPr marL="1371600" lvl="2" indent="-317500" rtl="0">
              <a:spcBef>
                <a:spcPts val="480"/>
              </a:spcBef>
              <a:spcAft>
                <a:spcPts val="0"/>
              </a:spcAft>
              <a:buSzPts val="1400"/>
              <a:buChar char="•"/>
              <a:defRPr sz="1800"/>
            </a:lvl3pPr>
            <a:lvl4pPr marL="1828800" lvl="3" indent="-317500" rtl="0">
              <a:spcBef>
                <a:spcPts val="400"/>
              </a:spcBef>
              <a:spcAft>
                <a:spcPts val="0"/>
              </a:spcAft>
              <a:buSzPts val="1400"/>
              <a:buChar char="–"/>
              <a:defRPr sz="1600"/>
            </a:lvl4pPr>
            <a:lvl5pPr marL="2286000" lvl="4" indent="-317500" rtl="0">
              <a:spcBef>
                <a:spcPts val="400"/>
              </a:spcBef>
              <a:spcAft>
                <a:spcPts val="0"/>
              </a:spcAft>
              <a:buSzPts val="1400"/>
              <a:buChar char="»"/>
              <a:defRPr sz="1600"/>
            </a:lvl5pPr>
            <a:lvl6pPr marL="2743200" lvl="5" indent="-317500" rtl="0">
              <a:spcBef>
                <a:spcPts val="400"/>
              </a:spcBef>
              <a:spcAft>
                <a:spcPts val="0"/>
              </a:spcAft>
              <a:buSzPts val="1400"/>
              <a:buChar char="•"/>
              <a:defRPr sz="1600"/>
            </a:lvl6pPr>
            <a:lvl7pPr marL="3200400" lvl="6" indent="-317500" rtl="0">
              <a:spcBef>
                <a:spcPts val="400"/>
              </a:spcBef>
              <a:spcAft>
                <a:spcPts val="0"/>
              </a:spcAft>
              <a:buSzPts val="1400"/>
              <a:buChar char="•"/>
              <a:defRPr sz="1600"/>
            </a:lvl7pPr>
            <a:lvl8pPr marL="3657600" lvl="7" indent="-317500" rtl="0">
              <a:spcBef>
                <a:spcPts val="400"/>
              </a:spcBef>
              <a:spcAft>
                <a:spcPts val="0"/>
              </a:spcAft>
              <a:buSzPts val="1400"/>
              <a:buChar char="•"/>
              <a:defRPr sz="1600"/>
            </a:lvl8pPr>
            <a:lvl9pPr marL="4114800" lvl="8" indent="-317500" rtl="0">
              <a:spcBef>
                <a:spcPts val="400"/>
              </a:spcBef>
              <a:spcAft>
                <a:spcPts val="0"/>
              </a:spcAft>
              <a:buSzPts val="1400"/>
              <a:buChar char="•"/>
              <a:defRPr sz="1600"/>
            </a:lvl9pPr>
          </a:lstStyle>
          <a:p>
            <a:pPr lvl="0"/>
            <a:r>
              <a:rPr lang="en-US"/>
              <a:t>Click to edit Master text styles</a:t>
            </a:r>
          </a:p>
        </p:txBody>
      </p:sp>
      <p:sp>
        <p:nvSpPr>
          <p:cNvPr id="45" name="Google Shape;45;p6"/>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lvl="0" indent="-228600" rtl="0">
              <a:spcBef>
                <a:spcPts val="640"/>
              </a:spcBef>
              <a:spcAft>
                <a:spcPts val="0"/>
              </a:spcAft>
              <a:buSzPts val="1400"/>
              <a:buFont typeface="Calibri"/>
              <a:buNone/>
              <a:defRPr sz="2400" b="1"/>
            </a:lvl1pPr>
            <a:lvl2pPr marL="914400" lvl="1" indent="-228600" rtl="0">
              <a:spcBef>
                <a:spcPts val="560"/>
              </a:spcBef>
              <a:spcAft>
                <a:spcPts val="0"/>
              </a:spcAft>
              <a:buSzPts val="1400"/>
              <a:buFont typeface="Calibri"/>
              <a:buNone/>
              <a:defRPr sz="2000" b="1"/>
            </a:lvl2pPr>
            <a:lvl3pPr marL="1371600" lvl="2" indent="-228600" rtl="0">
              <a:spcBef>
                <a:spcPts val="480"/>
              </a:spcBef>
              <a:spcAft>
                <a:spcPts val="0"/>
              </a:spcAft>
              <a:buSzPts val="1400"/>
              <a:buFont typeface="Calibri"/>
              <a:buNone/>
              <a:defRPr sz="1800" b="1"/>
            </a:lvl3pPr>
            <a:lvl4pPr marL="1828800" lvl="3" indent="-228600" rtl="0">
              <a:spcBef>
                <a:spcPts val="400"/>
              </a:spcBef>
              <a:spcAft>
                <a:spcPts val="0"/>
              </a:spcAft>
              <a:buSzPts val="1400"/>
              <a:buFont typeface="Calibri"/>
              <a:buNone/>
              <a:defRPr sz="1600" b="1"/>
            </a:lvl4pPr>
            <a:lvl5pPr marL="2286000" lvl="4" indent="-228600" rtl="0">
              <a:spcBef>
                <a:spcPts val="400"/>
              </a:spcBef>
              <a:spcAft>
                <a:spcPts val="0"/>
              </a:spcAft>
              <a:buSzPts val="1400"/>
              <a:buFont typeface="Calibri"/>
              <a:buNone/>
              <a:defRPr sz="1600" b="1"/>
            </a:lvl5pPr>
            <a:lvl6pPr marL="2743200" lvl="5" indent="-228600" rtl="0">
              <a:spcBef>
                <a:spcPts val="400"/>
              </a:spcBef>
              <a:spcAft>
                <a:spcPts val="0"/>
              </a:spcAft>
              <a:buSzPts val="1400"/>
              <a:buFont typeface="Calibri"/>
              <a:buNone/>
              <a:defRPr sz="1600" b="1"/>
            </a:lvl6pPr>
            <a:lvl7pPr marL="3200400" lvl="6" indent="-228600" rtl="0">
              <a:spcBef>
                <a:spcPts val="400"/>
              </a:spcBef>
              <a:spcAft>
                <a:spcPts val="0"/>
              </a:spcAft>
              <a:buSzPts val="1400"/>
              <a:buFont typeface="Calibri"/>
              <a:buNone/>
              <a:defRPr sz="1600" b="1"/>
            </a:lvl7pPr>
            <a:lvl8pPr marL="3657600" lvl="7" indent="-228600" rtl="0">
              <a:spcBef>
                <a:spcPts val="400"/>
              </a:spcBef>
              <a:spcAft>
                <a:spcPts val="0"/>
              </a:spcAft>
              <a:buSzPts val="1400"/>
              <a:buFont typeface="Calibri"/>
              <a:buNone/>
              <a:defRPr sz="1600" b="1"/>
            </a:lvl8pPr>
            <a:lvl9pPr marL="4114800" lvl="8" indent="-228600" rtl="0">
              <a:spcBef>
                <a:spcPts val="400"/>
              </a:spcBef>
              <a:spcAft>
                <a:spcPts val="0"/>
              </a:spcAft>
              <a:buSzPts val="1400"/>
              <a:buFont typeface="Calibri"/>
              <a:buNone/>
              <a:defRPr sz="1600" b="1"/>
            </a:lvl9pPr>
          </a:lstStyle>
          <a:p>
            <a:pPr lvl="0"/>
            <a:r>
              <a:rPr lang="en-US"/>
              <a:t>Click to edit Master text styles</a:t>
            </a:r>
          </a:p>
        </p:txBody>
      </p:sp>
      <p:sp>
        <p:nvSpPr>
          <p:cNvPr id="46" name="Google Shape;46;p6"/>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lvl="0" indent="-317500" rtl="0">
              <a:spcBef>
                <a:spcPts val="640"/>
              </a:spcBef>
              <a:spcAft>
                <a:spcPts val="0"/>
              </a:spcAft>
              <a:buSzPts val="1400"/>
              <a:buChar char="•"/>
              <a:defRPr sz="2400"/>
            </a:lvl1pPr>
            <a:lvl2pPr marL="914400" lvl="1" indent="-317500" rtl="0">
              <a:spcBef>
                <a:spcPts val="560"/>
              </a:spcBef>
              <a:spcAft>
                <a:spcPts val="0"/>
              </a:spcAft>
              <a:buSzPts val="1400"/>
              <a:buChar char="–"/>
              <a:defRPr sz="2000"/>
            </a:lvl2pPr>
            <a:lvl3pPr marL="1371600" lvl="2" indent="-317500" rtl="0">
              <a:spcBef>
                <a:spcPts val="480"/>
              </a:spcBef>
              <a:spcAft>
                <a:spcPts val="0"/>
              </a:spcAft>
              <a:buSzPts val="1400"/>
              <a:buChar char="•"/>
              <a:defRPr sz="1800"/>
            </a:lvl3pPr>
            <a:lvl4pPr marL="1828800" lvl="3" indent="-317500" rtl="0">
              <a:spcBef>
                <a:spcPts val="400"/>
              </a:spcBef>
              <a:spcAft>
                <a:spcPts val="0"/>
              </a:spcAft>
              <a:buSzPts val="1400"/>
              <a:buChar char="–"/>
              <a:defRPr sz="1600"/>
            </a:lvl4pPr>
            <a:lvl5pPr marL="2286000" lvl="4" indent="-317500" rtl="0">
              <a:spcBef>
                <a:spcPts val="400"/>
              </a:spcBef>
              <a:spcAft>
                <a:spcPts val="0"/>
              </a:spcAft>
              <a:buSzPts val="1400"/>
              <a:buChar char="»"/>
              <a:defRPr sz="1600"/>
            </a:lvl5pPr>
            <a:lvl6pPr marL="2743200" lvl="5" indent="-317500" rtl="0">
              <a:spcBef>
                <a:spcPts val="400"/>
              </a:spcBef>
              <a:spcAft>
                <a:spcPts val="0"/>
              </a:spcAft>
              <a:buSzPts val="1400"/>
              <a:buChar char="•"/>
              <a:defRPr sz="1600"/>
            </a:lvl6pPr>
            <a:lvl7pPr marL="3200400" lvl="6" indent="-317500" rtl="0">
              <a:spcBef>
                <a:spcPts val="400"/>
              </a:spcBef>
              <a:spcAft>
                <a:spcPts val="0"/>
              </a:spcAft>
              <a:buSzPts val="1400"/>
              <a:buChar char="•"/>
              <a:defRPr sz="1600"/>
            </a:lvl7pPr>
            <a:lvl8pPr marL="3657600" lvl="7" indent="-317500" rtl="0">
              <a:spcBef>
                <a:spcPts val="400"/>
              </a:spcBef>
              <a:spcAft>
                <a:spcPts val="0"/>
              </a:spcAft>
              <a:buSzPts val="1400"/>
              <a:buChar char="•"/>
              <a:defRPr sz="1600"/>
            </a:lvl8pPr>
            <a:lvl9pPr marL="4114800" lvl="8" indent="-317500" rtl="0">
              <a:spcBef>
                <a:spcPts val="400"/>
              </a:spcBef>
              <a:spcAft>
                <a:spcPts val="0"/>
              </a:spcAft>
              <a:buSzPts val="1400"/>
              <a:buChar char="•"/>
              <a:defRPr sz="1600"/>
            </a:lvl9pPr>
          </a:lstStyle>
          <a:p>
            <a:pPr lvl="0"/>
            <a:r>
              <a:rPr lang="en-US"/>
              <a:t>Click to edit Master text styles</a:t>
            </a:r>
          </a:p>
        </p:txBody>
      </p:sp>
      <p:sp>
        <p:nvSpPr>
          <p:cNvPr id="47" name="Google Shape;47;p6"/>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49" name="Google Shape;4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57200" y="407550"/>
            <a:ext cx="8229600" cy="1143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1400"/>
              <a:buFont typeface="Calibri"/>
              <a:buNone/>
              <a:defRPr sz="4400">
                <a:solidFill>
                  <a:schemeClr val="dk1"/>
                </a:solidFill>
                <a:latin typeface="Calibri"/>
                <a:ea typeface="Calibri"/>
                <a:cs typeface="Calibri"/>
                <a:sym typeface="Calibri"/>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52" name="Google Shape;52;p7"/>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1400"/>
              <a:buNone/>
              <a:defRPr sz="2000" b="1"/>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61" name="Google Shape;61;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lvl="0" indent="-317500" rtl="0">
              <a:spcBef>
                <a:spcPts val="640"/>
              </a:spcBef>
              <a:spcAft>
                <a:spcPts val="0"/>
              </a:spcAft>
              <a:buSzPts val="1400"/>
              <a:buChar char="•"/>
              <a:defRPr sz="3200"/>
            </a:lvl1pPr>
            <a:lvl2pPr marL="914400" lvl="1" indent="-317500" rtl="0">
              <a:spcBef>
                <a:spcPts val="560"/>
              </a:spcBef>
              <a:spcAft>
                <a:spcPts val="0"/>
              </a:spcAft>
              <a:buSzPts val="1400"/>
              <a:buChar char="–"/>
              <a:defRPr sz="2800"/>
            </a:lvl2pPr>
            <a:lvl3pPr marL="1371600" lvl="2" indent="-317500" rtl="0">
              <a:spcBef>
                <a:spcPts val="480"/>
              </a:spcBef>
              <a:spcAft>
                <a:spcPts val="0"/>
              </a:spcAft>
              <a:buSzPts val="1400"/>
              <a:buChar char="•"/>
              <a:defRPr sz="2400"/>
            </a:lvl3pPr>
            <a:lvl4pPr marL="1828800" lvl="3" indent="-317500" rtl="0">
              <a:spcBef>
                <a:spcPts val="400"/>
              </a:spcBef>
              <a:spcAft>
                <a:spcPts val="0"/>
              </a:spcAft>
              <a:buSzPts val="1400"/>
              <a:buChar char="–"/>
              <a:defRPr sz="2000"/>
            </a:lvl4pPr>
            <a:lvl5pPr marL="2286000" lvl="4" indent="-317500" rtl="0">
              <a:spcBef>
                <a:spcPts val="400"/>
              </a:spcBef>
              <a:spcAft>
                <a:spcPts val="0"/>
              </a:spcAft>
              <a:buSzPts val="1400"/>
              <a:buChar char="»"/>
              <a:defRPr sz="2000"/>
            </a:lvl5pPr>
            <a:lvl6pPr marL="2743200" lvl="5" indent="-317500" rtl="0">
              <a:spcBef>
                <a:spcPts val="400"/>
              </a:spcBef>
              <a:spcAft>
                <a:spcPts val="0"/>
              </a:spcAft>
              <a:buSzPts val="1400"/>
              <a:buChar char="•"/>
              <a:defRPr sz="2000"/>
            </a:lvl6pPr>
            <a:lvl7pPr marL="3200400" lvl="6" indent="-317500" rtl="0">
              <a:spcBef>
                <a:spcPts val="400"/>
              </a:spcBef>
              <a:spcAft>
                <a:spcPts val="0"/>
              </a:spcAft>
              <a:buSzPts val="1400"/>
              <a:buChar char="•"/>
              <a:defRPr sz="2000"/>
            </a:lvl7pPr>
            <a:lvl8pPr marL="3657600" lvl="7" indent="-317500" rtl="0">
              <a:spcBef>
                <a:spcPts val="400"/>
              </a:spcBef>
              <a:spcAft>
                <a:spcPts val="0"/>
              </a:spcAft>
              <a:buSzPts val="1400"/>
              <a:buChar char="•"/>
              <a:defRPr sz="2000"/>
            </a:lvl8pPr>
            <a:lvl9pPr marL="4114800" lvl="8" indent="-317500" rtl="0">
              <a:spcBef>
                <a:spcPts val="400"/>
              </a:spcBef>
              <a:spcAft>
                <a:spcPts val="0"/>
              </a:spcAft>
              <a:buSzPts val="1400"/>
              <a:buChar char="•"/>
              <a:defRPr sz="2000"/>
            </a:lvl9pPr>
          </a:lstStyle>
          <a:p>
            <a:pPr lvl="0"/>
            <a:r>
              <a:rPr lang="en-US"/>
              <a:t>Click to edit Master text styles</a:t>
            </a:r>
          </a:p>
        </p:txBody>
      </p:sp>
      <p:sp>
        <p:nvSpPr>
          <p:cNvPr id="62" name="Google Shape;62;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lvl="0" indent="-228600" rtl="0">
              <a:spcBef>
                <a:spcPts val="640"/>
              </a:spcBef>
              <a:spcAft>
                <a:spcPts val="0"/>
              </a:spcAft>
              <a:buSzPts val="1400"/>
              <a:buFont typeface="Calibri"/>
              <a:buNone/>
              <a:defRPr sz="1400"/>
            </a:lvl1pPr>
            <a:lvl2pPr marL="914400" lvl="1" indent="-228600" rtl="0">
              <a:spcBef>
                <a:spcPts val="560"/>
              </a:spcBef>
              <a:spcAft>
                <a:spcPts val="0"/>
              </a:spcAft>
              <a:buSzPts val="1400"/>
              <a:buFont typeface="Calibri"/>
              <a:buNone/>
              <a:defRPr sz="1200"/>
            </a:lvl2pPr>
            <a:lvl3pPr marL="1371600" lvl="2" indent="-228600" rtl="0">
              <a:spcBef>
                <a:spcPts val="480"/>
              </a:spcBef>
              <a:spcAft>
                <a:spcPts val="0"/>
              </a:spcAft>
              <a:buSzPts val="1400"/>
              <a:buFont typeface="Calibri"/>
              <a:buNone/>
              <a:defRPr sz="1000"/>
            </a:lvl3pPr>
            <a:lvl4pPr marL="1828800" lvl="3" indent="-228600" rtl="0">
              <a:spcBef>
                <a:spcPts val="400"/>
              </a:spcBef>
              <a:spcAft>
                <a:spcPts val="0"/>
              </a:spcAft>
              <a:buSzPts val="1400"/>
              <a:buFont typeface="Calibri"/>
              <a:buNone/>
              <a:defRPr sz="900"/>
            </a:lvl4pPr>
            <a:lvl5pPr marL="2286000" lvl="4" indent="-228600" rtl="0">
              <a:spcBef>
                <a:spcPts val="400"/>
              </a:spcBef>
              <a:spcAft>
                <a:spcPts val="0"/>
              </a:spcAft>
              <a:buSzPts val="1400"/>
              <a:buFont typeface="Calibri"/>
              <a:buNone/>
              <a:defRPr sz="900"/>
            </a:lvl5pPr>
            <a:lvl6pPr marL="2743200" lvl="5" indent="-228600" rtl="0">
              <a:spcBef>
                <a:spcPts val="400"/>
              </a:spcBef>
              <a:spcAft>
                <a:spcPts val="0"/>
              </a:spcAft>
              <a:buSzPts val="1400"/>
              <a:buFont typeface="Calibri"/>
              <a:buNone/>
              <a:defRPr sz="900"/>
            </a:lvl6pPr>
            <a:lvl7pPr marL="3200400" lvl="6" indent="-228600" rtl="0">
              <a:spcBef>
                <a:spcPts val="400"/>
              </a:spcBef>
              <a:spcAft>
                <a:spcPts val="0"/>
              </a:spcAft>
              <a:buSzPts val="1400"/>
              <a:buFont typeface="Calibri"/>
              <a:buNone/>
              <a:defRPr sz="900"/>
            </a:lvl7pPr>
            <a:lvl8pPr marL="3657600" lvl="7" indent="-228600" rtl="0">
              <a:spcBef>
                <a:spcPts val="400"/>
              </a:spcBef>
              <a:spcAft>
                <a:spcPts val="0"/>
              </a:spcAft>
              <a:buSzPts val="1400"/>
              <a:buFont typeface="Calibri"/>
              <a:buNone/>
              <a:defRPr sz="900"/>
            </a:lvl8pPr>
            <a:lvl9pPr marL="4114800" lvl="8" indent="-228600" rtl="0">
              <a:spcBef>
                <a:spcPts val="400"/>
              </a:spcBef>
              <a:spcAft>
                <a:spcPts val="0"/>
              </a:spcAft>
              <a:buSzPts val="1400"/>
              <a:buFont typeface="Calibri"/>
              <a:buNone/>
              <a:defRPr sz="900"/>
            </a:lvl9pPr>
          </a:lstStyle>
          <a:p>
            <a:pPr lvl="0"/>
            <a:r>
              <a:rPr lang="en-US"/>
              <a:t>Click to edit Master text styles</a:t>
            </a:r>
          </a:p>
        </p:txBody>
      </p:sp>
      <p:sp>
        <p:nvSpPr>
          <p:cNvPr id="63" name="Google Shape;63;p9"/>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1400"/>
              <a:buNone/>
              <a:defRPr sz="2000" b="1"/>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68" name="Google Shape;68;p10"/>
          <p:cNvSpPr>
            <a:spLocks noGrp="1"/>
          </p:cNvSpPr>
          <p:nvPr>
            <p:ph type="pic" idx="2"/>
          </p:nvPr>
        </p:nvSpPr>
        <p:spPr>
          <a:xfrm>
            <a:off x="1792288" y="612775"/>
            <a:ext cx="5486400" cy="4114800"/>
          </a:xfrm>
          <a:prstGeom prst="rect">
            <a:avLst/>
          </a:prstGeom>
          <a:noFill/>
          <a:ln>
            <a:noFill/>
          </a:ln>
        </p:spPr>
      </p:sp>
      <p:sp>
        <p:nvSpPr>
          <p:cNvPr id="69" name="Google Shape;69;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lvl="0" indent="-228600" rtl="0">
              <a:spcBef>
                <a:spcPts val="640"/>
              </a:spcBef>
              <a:spcAft>
                <a:spcPts val="0"/>
              </a:spcAft>
              <a:buSzPts val="1400"/>
              <a:buFont typeface="Calibri"/>
              <a:buNone/>
              <a:defRPr sz="1400"/>
            </a:lvl1pPr>
            <a:lvl2pPr marL="914400" lvl="1" indent="-228600" rtl="0">
              <a:spcBef>
                <a:spcPts val="560"/>
              </a:spcBef>
              <a:spcAft>
                <a:spcPts val="0"/>
              </a:spcAft>
              <a:buSzPts val="1400"/>
              <a:buFont typeface="Calibri"/>
              <a:buNone/>
              <a:defRPr sz="1200"/>
            </a:lvl2pPr>
            <a:lvl3pPr marL="1371600" lvl="2" indent="-228600" rtl="0">
              <a:spcBef>
                <a:spcPts val="480"/>
              </a:spcBef>
              <a:spcAft>
                <a:spcPts val="0"/>
              </a:spcAft>
              <a:buSzPts val="1400"/>
              <a:buFont typeface="Calibri"/>
              <a:buNone/>
              <a:defRPr sz="1000"/>
            </a:lvl3pPr>
            <a:lvl4pPr marL="1828800" lvl="3" indent="-228600" rtl="0">
              <a:spcBef>
                <a:spcPts val="400"/>
              </a:spcBef>
              <a:spcAft>
                <a:spcPts val="0"/>
              </a:spcAft>
              <a:buSzPts val="1400"/>
              <a:buFont typeface="Calibri"/>
              <a:buNone/>
              <a:defRPr sz="900"/>
            </a:lvl4pPr>
            <a:lvl5pPr marL="2286000" lvl="4" indent="-228600" rtl="0">
              <a:spcBef>
                <a:spcPts val="400"/>
              </a:spcBef>
              <a:spcAft>
                <a:spcPts val="0"/>
              </a:spcAft>
              <a:buSzPts val="1400"/>
              <a:buFont typeface="Calibri"/>
              <a:buNone/>
              <a:defRPr sz="900"/>
            </a:lvl5pPr>
            <a:lvl6pPr marL="2743200" lvl="5" indent="-228600" rtl="0">
              <a:spcBef>
                <a:spcPts val="400"/>
              </a:spcBef>
              <a:spcAft>
                <a:spcPts val="0"/>
              </a:spcAft>
              <a:buSzPts val="1400"/>
              <a:buFont typeface="Calibri"/>
              <a:buNone/>
              <a:defRPr sz="900"/>
            </a:lvl6pPr>
            <a:lvl7pPr marL="3200400" lvl="6" indent="-228600" rtl="0">
              <a:spcBef>
                <a:spcPts val="400"/>
              </a:spcBef>
              <a:spcAft>
                <a:spcPts val="0"/>
              </a:spcAft>
              <a:buSzPts val="1400"/>
              <a:buFont typeface="Calibri"/>
              <a:buNone/>
              <a:defRPr sz="900"/>
            </a:lvl7pPr>
            <a:lvl8pPr marL="3657600" lvl="7" indent="-228600" rtl="0">
              <a:spcBef>
                <a:spcPts val="400"/>
              </a:spcBef>
              <a:spcAft>
                <a:spcPts val="0"/>
              </a:spcAft>
              <a:buSzPts val="1400"/>
              <a:buFont typeface="Calibri"/>
              <a:buNone/>
              <a:defRPr sz="900"/>
            </a:lvl8pPr>
            <a:lvl9pPr marL="4114800" lvl="8" indent="-228600" rtl="0">
              <a:spcBef>
                <a:spcPts val="400"/>
              </a:spcBef>
              <a:spcAft>
                <a:spcPts val="0"/>
              </a:spcAft>
              <a:buSzPts val="1400"/>
              <a:buFont typeface="Calibri"/>
              <a:buNone/>
              <a:defRPr sz="900"/>
            </a:lvl9pPr>
          </a:lstStyle>
          <a:p>
            <a:pPr lvl="0"/>
            <a:r>
              <a:rPr lang="en-US"/>
              <a:t>Click to edit Master text styles</a:t>
            </a:r>
          </a:p>
        </p:txBody>
      </p:sp>
      <p:sp>
        <p:nvSpPr>
          <p:cNvPr id="70" name="Google Shape;70;p10"/>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72" name="Google Shape;7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1400"/>
              <a:buFont typeface="Calibri"/>
              <a:buNone/>
              <a:defRPr sz="4400">
                <a:solidFill>
                  <a:schemeClr val="dk1"/>
                </a:solidFill>
                <a:latin typeface="Calibri"/>
                <a:ea typeface="Calibri"/>
                <a:cs typeface="Calibri"/>
                <a:sym typeface="Calibri"/>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75" name="Google Shape;75;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91425" rIns="91425" bIns="91425" anchor="t" anchorCtr="0">
            <a:noAutofit/>
          </a:bodyPr>
          <a:lstStyle>
            <a:lvl1pPr marL="457200" lvl="0" indent="-317500" algn="l" rtl="0">
              <a:spcBef>
                <a:spcPts val="640"/>
              </a:spcBef>
              <a:spcAft>
                <a:spcPts val="0"/>
              </a:spcAft>
              <a:buClr>
                <a:schemeClr val="dk1"/>
              </a:buClr>
              <a:buSzPts val="1400"/>
              <a:buFont typeface="Arial"/>
              <a:buChar char="•"/>
              <a:defRPr sz="3200">
                <a:solidFill>
                  <a:schemeClr val="dk1"/>
                </a:solidFill>
                <a:latin typeface="Calibri"/>
                <a:ea typeface="Calibri"/>
                <a:cs typeface="Calibri"/>
                <a:sym typeface="Calibri"/>
              </a:defRPr>
            </a:lvl1pPr>
            <a:lvl2pPr marL="914400" lvl="1" indent="-317500" algn="l" rtl="0">
              <a:spcBef>
                <a:spcPts val="560"/>
              </a:spcBef>
              <a:spcAft>
                <a:spcPts val="0"/>
              </a:spcAft>
              <a:buClr>
                <a:schemeClr val="dk1"/>
              </a:buClr>
              <a:buSzPts val="1400"/>
              <a:buFont typeface="Arial"/>
              <a:buChar char="–"/>
              <a:defRPr sz="2800">
                <a:solidFill>
                  <a:schemeClr val="dk1"/>
                </a:solidFill>
                <a:latin typeface="Calibri"/>
                <a:ea typeface="Calibri"/>
                <a:cs typeface="Calibri"/>
                <a:sym typeface="Calibri"/>
              </a:defRPr>
            </a:lvl2pPr>
            <a:lvl3pPr marL="1371600" lvl="2" indent="-317500" algn="l" rtl="0">
              <a:spcBef>
                <a:spcPts val="480"/>
              </a:spcBef>
              <a:spcAft>
                <a:spcPts val="0"/>
              </a:spcAft>
              <a:buClr>
                <a:schemeClr val="dk1"/>
              </a:buClr>
              <a:buSzPts val="1400"/>
              <a:buFont typeface="Arial"/>
              <a:buChar char="•"/>
              <a:defRPr sz="2400">
                <a:solidFill>
                  <a:schemeClr val="dk1"/>
                </a:solidFill>
                <a:latin typeface="Calibri"/>
                <a:ea typeface="Calibri"/>
                <a:cs typeface="Calibri"/>
                <a:sym typeface="Calibri"/>
              </a:defRPr>
            </a:lvl3pPr>
            <a:lvl4pPr marL="1828800" lvl="3"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4pPr>
            <a:lvl5pPr marL="2286000" lvl="4"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5pPr>
            <a:lvl6pPr marL="2743200" lvl="5"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6pPr>
            <a:lvl7pPr marL="3200400" lvl="6"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7pPr>
            <a:lvl8pPr marL="3657600" lvl="7"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8pPr>
            <a:lvl9pPr marL="4114800" lvl="8"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9pPr>
          </a:lstStyle>
          <a:p>
            <a:pPr lvl="0"/>
            <a:r>
              <a:rPr lang="en-US"/>
              <a:t>Click to edit Master text styles</a:t>
            </a:r>
          </a:p>
        </p:txBody>
      </p:sp>
      <p:sp>
        <p:nvSpPr>
          <p:cNvPr id="76" name="Google Shape;76;p11"/>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78" name="Google Shape;7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1400"/>
              <a:buFont typeface="Calibri"/>
              <a:buNone/>
              <a:defRPr sz="4400">
                <a:solidFill>
                  <a:schemeClr val="dk1"/>
                </a:solidFill>
                <a:latin typeface="Calibri"/>
                <a:ea typeface="Calibri"/>
                <a:cs typeface="Calibri"/>
                <a:sym typeface="Calibri"/>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title style</a:t>
            </a:r>
            <a:endParaRPr/>
          </a:p>
        </p:txBody>
      </p:sp>
      <p:sp>
        <p:nvSpPr>
          <p:cNvPr id="81" name="Google Shape;81;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lvl="0" indent="-317500" algn="l" rtl="0">
              <a:spcBef>
                <a:spcPts val="640"/>
              </a:spcBef>
              <a:spcAft>
                <a:spcPts val="0"/>
              </a:spcAft>
              <a:buClr>
                <a:schemeClr val="dk1"/>
              </a:buClr>
              <a:buSzPts val="1400"/>
              <a:buFont typeface="Arial"/>
              <a:buChar char="•"/>
              <a:defRPr sz="3200">
                <a:solidFill>
                  <a:schemeClr val="dk1"/>
                </a:solidFill>
                <a:latin typeface="Calibri"/>
                <a:ea typeface="Calibri"/>
                <a:cs typeface="Calibri"/>
                <a:sym typeface="Calibri"/>
              </a:defRPr>
            </a:lvl1pPr>
            <a:lvl2pPr marL="914400" lvl="1" indent="-317500" algn="l" rtl="0">
              <a:spcBef>
                <a:spcPts val="560"/>
              </a:spcBef>
              <a:spcAft>
                <a:spcPts val="0"/>
              </a:spcAft>
              <a:buClr>
                <a:schemeClr val="dk1"/>
              </a:buClr>
              <a:buSzPts val="1400"/>
              <a:buFont typeface="Arial"/>
              <a:buChar char="–"/>
              <a:defRPr sz="2800">
                <a:solidFill>
                  <a:schemeClr val="dk1"/>
                </a:solidFill>
                <a:latin typeface="Calibri"/>
                <a:ea typeface="Calibri"/>
                <a:cs typeface="Calibri"/>
                <a:sym typeface="Calibri"/>
              </a:defRPr>
            </a:lvl2pPr>
            <a:lvl3pPr marL="1371600" lvl="2" indent="-317500" algn="l" rtl="0">
              <a:spcBef>
                <a:spcPts val="480"/>
              </a:spcBef>
              <a:spcAft>
                <a:spcPts val="0"/>
              </a:spcAft>
              <a:buClr>
                <a:schemeClr val="dk1"/>
              </a:buClr>
              <a:buSzPts val="1400"/>
              <a:buFont typeface="Arial"/>
              <a:buChar char="•"/>
              <a:defRPr sz="2400">
                <a:solidFill>
                  <a:schemeClr val="dk1"/>
                </a:solidFill>
                <a:latin typeface="Calibri"/>
                <a:ea typeface="Calibri"/>
                <a:cs typeface="Calibri"/>
                <a:sym typeface="Calibri"/>
              </a:defRPr>
            </a:lvl3pPr>
            <a:lvl4pPr marL="1828800" lvl="3"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4pPr>
            <a:lvl5pPr marL="2286000" lvl="4"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5pPr>
            <a:lvl6pPr marL="2743200" lvl="5"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6pPr>
            <a:lvl7pPr marL="3200400" lvl="6"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7pPr>
            <a:lvl8pPr marL="3657600" lvl="7"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8pPr>
            <a:lvl9pPr marL="4114800" lvl="8" indent="-317500" algn="l" rtl="0">
              <a:spcBef>
                <a:spcPts val="400"/>
              </a:spcBef>
              <a:spcAft>
                <a:spcPts val="0"/>
              </a:spcAft>
              <a:buClr>
                <a:schemeClr val="dk1"/>
              </a:buClr>
              <a:buSzPts val="1400"/>
              <a:buFont typeface="Arial"/>
              <a:buChar char="•"/>
              <a:defRPr sz="2000">
                <a:solidFill>
                  <a:schemeClr val="dk1"/>
                </a:solidFill>
                <a:latin typeface="Calibri"/>
                <a:ea typeface="Calibri"/>
                <a:cs typeface="Calibri"/>
                <a:sym typeface="Calibri"/>
              </a:defRPr>
            </a:lvl9pPr>
          </a:lstStyle>
          <a:p>
            <a:pPr lvl="0"/>
            <a:r>
              <a:rPr lang="en-US"/>
              <a:t>Click to edit Master text styles</a:t>
            </a: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317500" algn="l" rtl="0">
              <a:spcBef>
                <a:spcPts val="640"/>
              </a:spcBef>
              <a:spcAft>
                <a:spcPts val="0"/>
              </a:spcAft>
              <a:buClr>
                <a:schemeClr val="dk1"/>
              </a:buClr>
              <a:buSzPts val="1400"/>
              <a:buFont typeface="Arial"/>
              <a:buChar char="•"/>
              <a:defRPr sz="3200" b="0" i="0" u="none" strike="noStrike" cap="none">
                <a:solidFill>
                  <a:schemeClr val="dk1"/>
                </a:solidFill>
                <a:latin typeface="Calibri"/>
                <a:ea typeface="Calibri"/>
                <a:cs typeface="Calibri"/>
                <a:sym typeface="Calibri"/>
              </a:defRPr>
            </a:lvl1pPr>
            <a:lvl2pPr marL="914400" marR="0" lvl="1" indent="-317500" algn="l" rtl="0">
              <a:spcBef>
                <a:spcPts val="560"/>
              </a:spcBef>
              <a:spcAft>
                <a:spcPts val="0"/>
              </a:spcAft>
              <a:buClr>
                <a:schemeClr val="dk1"/>
              </a:buClr>
              <a:buSzPts val="1400"/>
              <a:buFont typeface="Arial"/>
              <a:buChar char="–"/>
              <a:defRPr sz="2800" b="0" i="0" u="none" strike="noStrike" cap="none">
                <a:solidFill>
                  <a:schemeClr val="dk1"/>
                </a:solidFill>
                <a:latin typeface="Calibri"/>
                <a:ea typeface="Calibri"/>
                <a:cs typeface="Calibri"/>
                <a:sym typeface="Calibri"/>
              </a:defRPr>
            </a:lvl2pPr>
            <a:lvl3pPr marL="1371600" marR="0" lvl="2" indent="-317500" algn="l" rtl="0">
              <a:spcBef>
                <a:spcPts val="480"/>
              </a:spcBef>
              <a:spcAft>
                <a:spcPts val="0"/>
              </a:spcAft>
              <a:buClr>
                <a:schemeClr val="dk1"/>
              </a:buClr>
              <a:buSzPts val="1400"/>
              <a:buFont typeface="Arial"/>
              <a:buChar char="•"/>
              <a:defRPr sz="2400" b="0" i="0" u="none" strike="noStrike" cap="none">
                <a:solidFill>
                  <a:schemeClr val="dk1"/>
                </a:solidFill>
                <a:latin typeface="Calibri"/>
                <a:ea typeface="Calibri"/>
                <a:cs typeface="Calibri"/>
                <a:sym typeface="Calibri"/>
              </a:defRPr>
            </a:lvl3pPr>
            <a:lvl4pPr marL="1828800" marR="0" lvl="3" indent="-317500" algn="l" rtl="0">
              <a:spcBef>
                <a:spcPts val="40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4pPr>
            <a:lvl5pPr marL="2286000" marR="0" lvl="4" indent="-317500" algn="l" rtl="0">
              <a:spcBef>
                <a:spcPts val="40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5pPr>
            <a:lvl6pPr marL="2743200" marR="0" lvl="5" indent="-317500" algn="l" rtl="0">
              <a:spcBef>
                <a:spcPts val="40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6pPr>
            <a:lvl7pPr marL="3200400" marR="0" lvl="6" indent="-317500" algn="l" rtl="0">
              <a:spcBef>
                <a:spcPts val="40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7pPr>
            <a:lvl8pPr marL="3657600" marR="0" lvl="7" indent="-317500" algn="l" rtl="0">
              <a:spcBef>
                <a:spcPts val="40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8pPr>
            <a:lvl9pPr marL="4114800" marR="0" lvl="8" indent="-317500" algn="l" rtl="0">
              <a:spcBef>
                <a:spcPts val="40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noAutofit/>
          </a:bodyPr>
          <a:lstStyle>
            <a:lvl1pPr marL="0" marR="0" lvl="0" indent="-88900" algn="l"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noAutofit/>
          </a:bodyPr>
          <a:lstStyle>
            <a:lvl1pPr marL="0" marR="0" lvl="0" indent="-88900" algn="ctr" rtl="0">
              <a:spcBef>
                <a:spcPts val="0"/>
              </a:spcBef>
              <a:spcAft>
                <a:spcPts val="0"/>
              </a:spcAft>
              <a:buSzPts val="1400"/>
              <a:buChar char="●"/>
              <a:defRPr sz="1200" b="0" i="0" u="none" strike="noStrike" cap="none">
                <a:solidFill>
                  <a:srgbClr val="888888"/>
                </a:solidFill>
                <a:latin typeface="Calibri"/>
                <a:ea typeface="Calibri"/>
                <a:cs typeface="Calibri"/>
                <a:sym typeface="Calibri"/>
              </a:defRPr>
            </a:lvl1pPr>
            <a:lvl2pPr marL="457200" marR="0" lvl="1"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2pPr>
            <a:lvl3pPr marL="914400" marR="0" lvl="2"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3pPr>
            <a:lvl4pPr marL="1371600" marR="0" lvl="3"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4pPr>
            <a:lvl5pPr marL="1828800" marR="0" lvl="4"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5pPr>
            <a:lvl6pPr marL="2286000" marR="0" lvl="5"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6pPr>
            <a:lvl7pPr marL="2743200" marR="0" lvl="6"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7pPr>
            <a:lvl8pPr marL="3200400" marR="0" lvl="7"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8pPr>
            <a:lvl9pPr marL="3657600" marR="0" lvl="8" indent="-88900" algn="l" rtl="0">
              <a:spcBef>
                <a:spcPts val="0"/>
              </a:spcBef>
              <a:spcAft>
                <a:spcPts val="0"/>
              </a:spcAft>
              <a:buSzPts val="1400"/>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 descr="new template.jpg"/>
          <p:cNvPicPr preferRelativeResize="0"/>
          <p:nvPr/>
        </p:nvPicPr>
        <p:blipFill rotWithShape="1">
          <a:blip r:embed="rId11">
            <a:alphaModFix/>
          </a:blip>
          <a:srcRect/>
          <a:stretch/>
        </p:blipFill>
        <p:spPr>
          <a:xfrm>
            <a:off x="0" y="0"/>
            <a:ext cx="9144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www.amazon.com/FTVOGUE-Sensor-Digital-Temperature-Moisting/dp/B0F95YQ7G9" TargetMode="External"/><Relationship Id="rId3" Type="http://schemas.openxmlformats.org/officeDocument/2006/relationships/hyperlink" Target="https://www.adafruit.com/product/4566" TargetMode="External"/><Relationship Id="rId7" Type="http://schemas.openxmlformats.org/officeDocument/2006/relationships/hyperlink" Target="https://www.dfrobot.com/product-2911.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dfrobot.com/product-2909.html?srsltid=AfmBOoq9y4WVkAnc9R0mIi3G1E8JuNwCgTGAPK-MKVnRGo87wiVh42YYoPM" TargetMode="External"/><Relationship Id="rId11" Type="http://schemas.openxmlformats.org/officeDocument/2006/relationships/hyperlink" Target="https://www.adafruit.com/product/3709" TargetMode="External"/><Relationship Id="rId5" Type="http://schemas.openxmlformats.org/officeDocument/2006/relationships/hyperlink" Target="https://www.adafruit.com/product/4089" TargetMode="External"/><Relationship Id="rId10" Type="http://schemas.openxmlformats.org/officeDocument/2006/relationships/hyperlink" Target="https://www.adafruit.com/product/4505" TargetMode="External"/><Relationship Id="rId4" Type="http://schemas.openxmlformats.org/officeDocument/2006/relationships/hyperlink" Target="https://www.adafruit.com/product/3660" TargetMode="External"/><Relationship Id="rId9" Type="http://schemas.openxmlformats.org/officeDocument/2006/relationships/hyperlink" Target="https://www.adafruit.com/product/4026"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TextBox 1">
            <a:extLst>
              <a:ext uri="{FF2B5EF4-FFF2-40B4-BE49-F238E27FC236}">
                <a16:creationId xmlns:a16="http://schemas.microsoft.com/office/drawing/2014/main" id="{90B3326C-6D1E-534C-120E-C83E58A34ADC}"/>
              </a:ext>
            </a:extLst>
          </p:cNvPr>
          <p:cNvSpPr txBox="1"/>
          <p:nvPr/>
        </p:nvSpPr>
        <p:spPr>
          <a:xfrm>
            <a:off x="1098423" y="662595"/>
            <a:ext cx="6947154" cy="1815882"/>
          </a:xfrm>
          <a:prstGeom prst="rect">
            <a:avLst/>
          </a:prstGeom>
          <a:noFill/>
        </p:spPr>
        <p:txBody>
          <a:bodyPr wrap="square" lIns="91440" tIns="45720" rIns="91440" bIns="45720" rtlCol="0" anchor="t">
            <a:spAutoFit/>
          </a:bodyPr>
          <a:lstStyle/>
          <a:p>
            <a:pPr algn="ctr"/>
            <a:r>
              <a:rPr lang="en-US" sz="4400">
                <a:latin typeface="Times New Roman"/>
                <a:cs typeface="Times New Roman"/>
              </a:rPr>
              <a:t>Coalition of Weather Bois</a:t>
            </a:r>
          </a:p>
          <a:p>
            <a:pPr algn="ctr"/>
            <a:r>
              <a:rPr lang="en-US" sz="4400">
                <a:latin typeface="Times New Roman"/>
                <a:cs typeface="Times New Roman"/>
              </a:rPr>
              <a:t>(Cow-bois)</a:t>
            </a:r>
          </a:p>
          <a:p>
            <a:pPr algn="ctr"/>
            <a:r>
              <a:rPr lang="en-US" sz="2400" u="sng">
                <a:latin typeface="Times New Roman"/>
                <a:cs typeface="Times New Roman"/>
              </a:rPr>
              <a:t>Topic: Conceptual Design Review</a:t>
            </a:r>
          </a:p>
        </p:txBody>
      </p:sp>
      <p:sp>
        <p:nvSpPr>
          <p:cNvPr id="3" name="TextBox 2">
            <a:extLst>
              <a:ext uri="{FF2B5EF4-FFF2-40B4-BE49-F238E27FC236}">
                <a16:creationId xmlns:a16="http://schemas.microsoft.com/office/drawing/2014/main" id="{52D4F397-6A07-DE71-FADF-EBA40EF81B7C}"/>
              </a:ext>
            </a:extLst>
          </p:cNvPr>
          <p:cNvSpPr txBox="1"/>
          <p:nvPr/>
        </p:nvSpPr>
        <p:spPr>
          <a:xfrm>
            <a:off x="527079" y="3251766"/>
            <a:ext cx="1965647" cy="1600438"/>
          </a:xfrm>
          <a:prstGeom prst="rect">
            <a:avLst/>
          </a:prstGeom>
          <a:noFill/>
        </p:spPr>
        <p:txBody>
          <a:bodyPr wrap="square" rtlCol="0">
            <a:spAutoFit/>
          </a:bodyPr>
          <a:lstStyle/>
          <a:p>
            <a:pPr algn="ctr"/>
            <a:r>
              <a:rPr lang="en-US" b="1" u="sng"/>
              <a:t>Members:</a:t>
            </a:r>
          </a:p>
          <a:p>
            <a:pPr algn="ctr"/>
            <a:r>
              <a:rPr lang="en-US"/>
              <a:t>Gantzen Miller</a:t>
            </a:r>
          </a:p>
          <a:p>
            <a:pPr algn="ctr"/>
            <a:r>
              <a:rPr lang="en-US"/>
              <a:t>Kennedy Jones</a:t>
            </a:r>
          </a:p>
          <a:p>
            <a:pPr algn="ctr"/>
            <a:r>
              <a:rPr lang="en-US"/>
              <a:t>Pete Ozegovic</a:t>
            </a:r>
          </a:p>
          <a:p>
            <a:pPr algn="ctr"/>
            <a:r>
              <a:rPr lang="en-US"/>
              <a:t>Ben Rogers</a:t>
            </a:r>
          </a:p>
          <a:p>
            <a:pPr algn="ctr"/>
            <a:r>
              <a:rPr lang="en-US"/>
              <a:t>Christian Evans</a:t>
            </a:r>
          </a:p>
          <a:p>
            <a:pPr algn="ctr"/>
            <a:r>
              <a:rPr lang="en-US"/>
              <a:t>Abdullah Ali</a:t>
            </a:r>
          </a:p>
        </p:txBody>
      </p:sp>
      <p:pic>
        <p:nvPicPr>
          <p:cNvPr id="6" name="Picture 5" descr="A cartoon of a person with a computer&#10;&#10;AI-generated content may be incorrect.">
            <a:extLst>
              <a:ext uri="{FF2B5EF4-FFF2-40B4-BE49-F238E27FC236}">
                <a16:creationId xmlns:a16="http://schemas.microsoft.com/office/drawing/2014/main" id="{F3E4CF7B-4CBB-0822-E50F-9B9A1051D136}"/>
              </a:ext>
            </a:extLst>
          </p:cNvPr>
          <p:cNvPicPr>
            <a:picLocks noChangeAspect="1"/>
          </p:cNvPicPr>
          <p:nvPr/>
        </p:nvPicPr>
        <p:blipFill>
          <a:blip r:embed="rId3"/>
          <a:stretch>
            <a:fillRect/>
          </a:stretch>
        </p:blipFill>
        <p:spPr>
          <a:xfrm>
            <a:off x="2955324" y="2450757"/>
            <a:ext cx="3233352" cy="3202461"/>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4A8C6-D19C-177A-DD31-234066580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2CA0E-63BF-7BD6-E28F-25E28960102A}"/>
              </a:ext>
            </a:extLst>
          </p:cNvPr>
          <p:cNvSpPr>
            <a:spLocks noGrp="1"/>
          </p:cNvSpPr>
          <p:nvPr>
            <p:ph type="title"/>
          </p:nvPr>
        </p:nvSpPr>
        <p:spPr>
          <a:xfrm>
            <a:off x="457200" y="465138"/>
            <a:ext cx="8229600" cy="1143000"/>
          </a:xfrm>
        </p:spPr>
        <p:txBody>
          <a:bodyPr wrap="square" anchor="ctr">
            <a:normAutofit/>
          </a:bodyPr>
          <a:lstStyle/>
          <a:p>
            <a:r>
              <a:rPr lang="en-US"/>
              <a:t>Problem Statement</a:t>
            </a:r>
          </a:p>
        </p:txBody>
      </p:sp>
      <p:sp>
        <p:nvSpPr>
          <p:cNvPr id="4" name="TextBox 3">
            <a:extLst>
              <a:ext uri="{FF2B5EF4-FFF2-40B4-BE49-F238E27FC236}">
                <a16:creationId xmlns:a16="http://schemas.microsoft.com/office/drawing/2014/main" id="{AF2235A3-95DC-F04E-EC7F-C00C7783F2DC}"/>
              </a:ext>
            </a:extLst>
          </p:cNvPr>
          <p:cNvSpPr txBox="1"/>
          <p:nvPr/>
        </p:nvSpPr>
        <p:spPr>
          <a:xfrm>
            <a:off x="256032" y="1608138"/>
            <a:ext cx="4125468" cy="4352544"/>
          </a:xfrm>
          <a:prstGeom prst="rect">
            <a:avLst/>
          </a:prstGeom>
          <a:noFill/>
          <a:ln>
            <a:noFill/>
          </a:ln>
        </p:spPr>
        <p:txBody>
          <a:bodyPr lIns="91440" tIns="45720" rIns="91440" bIns="45720" rtlCol="0" anchor="t">
            <a:normAutofit/>
          </a:bodyPr>
          <a:lstStyle/>
          <a:p>
            <a:pPr marL="342900" indent="-342900" algn="ctr">
              <a:lnSpc>
                <a:spcPct val="90000"/>
              </a:lnSpc>
              <a:spcAft>
                <a:spcPts val="600"/>
              </a:spcAft>
              <a:buFont typeface="Arial"/>
              <a:buAutoNum type="arabicPeriod"/>
            </a:pPr>
            <a:r>
              <a:rPr lang="en-US" sz="1800" b="0" i="0" u="none" strike="noStrike" cap="none">
                <a:solidFill>
                  <a:schemeClr val="dk1"/>
                </a:solidFill>
              </a:rPr>
              <a:t>The KSU </a:t>
            </a:r>
            <a:r>
              <a:rPr lang="en-US" sz="1800" b="0" i="0" u="none" strike="noStrike" cap="none" err="1">
                <a:solidFill>
                  <a:schemeClr val="dk1"/>
                </a:solidFill>
              </a:rPr>
              <a:t>Mesonet</a:t>
            </a:r>
            <a:r>
              <a:rPr lang="en-US" sz="1800" b="0" i="0" u="none" strike="noStrike" cap="none">
                <a:solidFill>
                  <a:schemeClr val="dk1"/>
                </a:solidFill>
              </a:rPr>
              <a:t> uses weather stations that are +$19,000 to make. I believe we can cut down cost significantly and make a smaller system that can be used as a main station or a micro-station</a:t>
            </a:r>
          </a:p>
          <a:p>
            <a:pPr marL="342900" indent="-342900" algn="ctr">
              <a:lnSpc>
                <a:spcPct val="90000"/>
              </a:lnSpc>
              <a:spcAft>
                <a:spcPts val="600"/>
              </a:spcAft>
              <a:buFont typeface="Arial"/>
              <a:buAutoNum type="arabicPeriod"/>
            </a:pPr>
            <a:endParaRPr lang="en-US" sz="1800" b="0" i="0" u="none" strike="noStrike" cap="none">
              <a:solidFill>
                <a:schemeClr val="dk1"/>
              </a:solidFill>
            </a:endParaRPr>
          </a:p>
          <a:p>
            <a:pPr marL="342900" indent="-342900" algn="ctr">
              <a:lnSpc>
                <a:spcPct val="90000"/>
              </a:lnSpc>
              <a:spcAft>
                <a:spcPts val="600"/>
              </a:spcAft>
              <a:buFont typeface="Arial"/>
              <a:buAutoNum type="arabicPeriod"/>
            </a:pPr>
            <a:r>
              <a:rPr lang="en-US" sz="1800" b="0" i="0" u="none" strike="noStrike" cap="none">
                <a:solidFill>
                  <a:schemeClr val="dk1"/>
                </a:solidFill>
              </a:rPr>
              <a:t>Great Significance in:</a:t>
            </a:r>
          </a:p>
          <a:p>
            <a:pPr marL="342900" lvl="2" indent="-342900" algn="ctr">
              <a:lnSpc>
                <a:spcPct val="90000"/>
              </a:lnSpc>
              <a:spcAft>
                <a:spcPts val="600"/>
              </a:spcAft>
              <a:buFont typeface="Arial"/>
              <a:buChar char="•"/>
            </a:pPr>
            <a:r>
              <a:rPr lang="en-US" sz="1800" b="0" i="0" u="none" strike="noStrike" cap="none">
                <a:solidFill>
                  <a:schemeClr val="dk1"/>
                </a:solidFill>
              </a:rPr>
              <a:t>Cheaper system</a:t>
            </a:r>
          </a:p>
          <a:p>
            <a:pPr marL="342900" lvl="2" indent="-342900" algn="ctr">
              <a:lnSpc>
                <a:spcPct val="90000"/>
              </a:lnSpc>
              <a:spcAft>
                <a:spcPts val="600"/>
              </a:spcAft>
              <a:buFont typeface="Arial"/>
              <a:buChar char="•"/>
            </a:pPr>
            <a:r>
              <a:rPr lang="en-US" sz="1800" b="0" i="0" u="none" strike="noStrike" cap="none">
                <a:solidFill>
                  <a:schemeClr val="dk1"/>
                </a:solidFill>
              </a:rPr>
              <a:t>Smaller System</a:t>
            </a:r>
          </a:p>
          <a:p>
            <a:pPr marL="342900" lvl="2" indent="-342900" algn="ctr">
              <a:lnSpc>
                <a:spcPct val="90000"/>
              </a:lnSpc>
              <a:spcAft>
                <a:spcPts val="600"/>
              </a:spcAft>
              <a:buFont typeface="Arial"/>
              <a:buChar char="•"/>
            </a:pPr>
            <a:r>
              <a:rPr lang="en-US" sz="1800" b="0" i="0" u="none" strike="noStrike" cap="none">
                <a:solidFill>
                  <a:schemeClr val="dk1"/>
                </a:solidFill>
              </a:rPr>
              <a:t>Custom System (not having to rely on outside sources)</a:t>
            </a:r>
          </a:p>
          <a:p>
            <a:pPr marL="342900" lvl="2" indent="-342900" algn="ctr">
              <a:lnSpc>
                <a:spcPct val="90000"/>
              </a:lnSpc>
              <a:spcAft>
                <a:spcPts val="600"/>
              </a:spcAft>
              <a:buFont typeface="Arial"/>
              <a:buChar char="•"/>
            </a:pPr>
            <a:endParaRPr lang="en-US" sz="1800" b="0" i="0" u="none" strike="noStrike" cap="none">
              <a:solidFill>
                <a:schemeClr val="dk1"/>
              </a:solidFill>
            </a:endParaRPr>
          </a:p>
        </p:txBody>
      </p:sp>
      <p:pic>
        <p:nvPicPr>
          <p:cNvPr id="1028" name="Picture 4" descr="I'm broke. Poor business man showing empty pockets Stock Photo | Adobe Stock">
            <a:extLst>
              <a:ext uri="{FF2B5EF4-FFF2-40B4-BE49-F238E27FC236}">
                <a16:creationId xmlns:a16="http://schemas.microsoft.com/office/drawing/2014/main" id="{1DFD02FF-855D-693D-FBB0-D2DAF2D34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23747"/>
          <a:stretch>
            <a:fillRect/>
          </a:stretch>
        </p:blipFill>
        <p:spPr bwMode="auto">
          <a:xfrm>
            <a:off x="4762500" y="1608138"/>
            <a:ext cx="3924300" cy="4352544"/>
          </a:xfrm>
          <a:prstGeom prst="roundRect">
            <a:avLst>
              <a:gd name="adj" fmla="val 8594"/>
            </a:avLst>
          </a:prstGeom>
          <a:solidFill>
            <a:srgbClr val="FFFFFF"/>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07763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85D2A-7356-70E5-BDE5-682D3A4C3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A1A35-C484-1D6A-27FF-26B7318DC263}"/>
              </a:ext>
            </a:extLst>
          </p:cNvPr>
          <p:cNvSpPr>
            <a:spLocks noGrp="1"/>
          </p:cNvSpPr>
          <p:nvPr>
            <p:ph type="title"/>
          </p:nvPr>
        </p:nvSpPr>
        <p:spPr>
          <a:xfrm>
            <a:off x="457200" y="542380"/>
            <a:ext cx="8229600" cy="775608"/>
          </a:xfrm>
        </p:spPr>
        <p:txBody>
          <a:bodyPr/>
          <a:lstStyle/>
          <a:p>
            <a:r>
              <a:rPr lang="en-US"/>
              <a:t>Requirements</a:t>
            </a:r>
          </a:p>
        </p:txBody>
      </p:sp>
      <p:graphicFrame>
        <p:nvGraphicFramePr>
          <p:cNvPr id="7" name="Table 6">
            <a:extLst>
              <a:ext uri="{FF2B5EF4-FFF2-40B4-BE49-F238E27FC236}">
                <a16:creationId xmlns:a16="http://schemas.microsoft.com/office/drawing/2014/main" id="{DFDCD755-9984-8B3D-AF4C-3012DB7702E4}"/>
              </a:ext>
            </a:extLst>
          </p:cNvPr>
          <p:cNvGraphicFramePr>
            <a:graphicFrameLocks noGrp="1"/>
          </p:cNvGraphicFramePr>
          <p:nvPr>
            <p:extLst>
              <p:ext uri="{D42A27DB-BD31-4B8C-83A1-F6EECF244321}">
                <p14:modId xmlns:p14="http://schemas.microsoft.com/office/powerpoint/2010/main" val="582143806"/>
              </p:ext>
            </p:extLst>
          </p:nvPr>
        </p:nvGraphicFramePr>
        <p:xfrm>
          <a:off x="457200" y="1415443"/>
          <a:ext cx="8569568" cy="4548556"/>
        </p:xfrm>
        <a:graphic>
          <a:graphicData uri="http://schemas.openxmlformats.org/drawingml/2006/table">
            <a:tbl>
              <a:tblPr firstRow="1" bandRow="1">
                <a:tableStyleId>{775DCB02-9BB8-47FD-8907-85C794F793BA}</a:tableStyleId>
              </a:tblPr>
              <a:tblGrid>
                <a:gridCol w="543549">
                  <a:extLst>
                    <a:ext uri="{9D8B030D-6E8A-4147-A177-3AD203B41FA5}">
                      <a16:colId xmlns:a16="http://schemas.microsoft.com/office/drawing/2014/main" val="1283730541"/>
                    </a:ext>
                  </a:extLst>
                </a:gridCol>
                <a:gridCol w="3492591">
                  <a:extLst>
                    <a:ext uri="{9D8B030D-6E8A-4147-A177-3AD203B41FA5}">
                      <a16:colId xmlns:a16="http://schemas.microsoft.com/office/drawing/2014/main" val="2815115203"/>
                    </a:ext>
                  </a:extLst>
                </a:gridCol>
                <a:gridCol w="4533428">
                  <a:extLst>
                    <a:ext uri="{9D8B030D-6E8A-4147-A177-3AD203B41FA5}">
                      <a16:colId xmlns:a16="http://schemas.microsoft.com/office/drawing/2014/main" val="651081372"/>
                    </a:ext>
                  </a:extLst>
                </a:gridCol>
              </a:tblGrid>
              <a:tr h="402194">
                <a:tc>
                  <a:txBody>
                    <a:bodyPr/>
                    <a:lstStyle/>
                    <a:p>
                      <a:pPr algn="ctr"/>
                      <a:r>
                        <a:rPr lang="en-US"/>
                        <a:t>ID</a:t>
                      </a:r>
                    </a:p>
                  </a:txBody>
                  <a:tcPr/>
                </a:tc>
                <a:tc>
                  <a:txBody>
                    <a:bodyPr/>
                    <a:lstStyle/>
                    <a:p>
                      <a:pPr algn="ctr"/>
                      <a:r>
                        <a:rPr lang="en-US"/>
                        <a:t>Project Requirement</a:t>
                      </a:r>
                    </a:p>
                  </a:txBody>
                  <a:tcPr/>
                </a:tc>
                <a:tc>
                  <a:txBody>
                    <a:bodyPr/>
                    <a:lstStyle/>
                    <a:p>
                      <a:pPr algn="ctr"/>
                      <a:r>
                        <a:rPr lang="en-US"/>
                        <a:t>Description</a:t>
                      </a:r>
                    </a:p>
                  </a:txBody>
                  <a:tcPr/>
                </a:tc>
                <a:extLst>
                  <a:ext uri="{0D108BD9-81ED-4DB2-BD59-A6C34878D82A}">
                    <a16:rowId xmlns:a16="http://schemas.microsoft.com/office/drawing/2014/main" val="3357166394"/>
                  </a:ext>
                </a:extLst>
              </a:tr>
              <a:tr h="624028">
                <a:tc>
                  <a:txBody>
                    <a:bodyPr/>
                    <a:lstStyle/>
                    <a:p>
                      <a:pPr algn="ctr"/>
                      <a:r>
                        <a:rPr lang="en-US"/>
                        <a:t>1.0</a:t>
                      </a:r>
                    </a:p>
                  </a:txBody>
                  <a:tcPr/>
                </a:tc>
                <a:tc>
                  <a:txBody>
                    <a:bodyPr/>
                    <a:lstStyle/>
                    <a:p>
                      <a:pPr algn="ctr"/>
                      <a:r>
                        <a:rPr lang="en-US"/>
                        <a:t>Cost Efficiency </a:t>
                      </a:r>
                    </a:p>
                    <a:p>
                      <a:pPr algn="ctr"/>
                      <a:r>
                        <a:rPr lang="en-US"/>
                        <a:t>(&lt;$19,000)</a:t>
                      </a:r>
                    </a:p>
                  </a:txBody>
                  <a:tcPr/>
                </a:tc>
                <a:tc>
                  <a:txBody>
                    <a:bodyPr/>
                    <a:lstStyle/>
                    <a:p>
                      <a:pPr algn="ctr"/>
                      <a:r>
                        <a:rPr lang="en-US"/>
                        <a:t>We plan to shoot for a range of $600 - $800</a:t>
                      </a:r>
                    </a:p>
                  </a:txBody>
                  <a:tcPr/>
                </a:tc>
                <a:extLst>
                  <a:ext uri="{0D108BD9-81ED-4DB2-BD59-A6C34878D82A}">
                    <a16:rowId xmlns:a16="http://schemas.microsoft.com/office/drawing/2014/main" val="479924082"/>
                  </a:ext>
                </a:extLst>
              </a:tr>
              <a:tr h="624028">
                <a:tc>
                  <a:txBody>
                    <a:bodyPr/>
                    <a:lstStyle/>
                    <a:p>
                      <a:pPr algn="ctr"/>
                      <a:r>
                        <a:rPr lang="en-US"/>
                        <a:t>2.0</a:t>
                      </a:r>
                    </a:p>
                  </a:txBody>
                  <a:tcPr/>
                </a:tc>
                <a:tc>
                  <a:txBody>
                    <a:bodyPr/>
                    <a:lstStyle/>
                    <a:p>
                      <a:pPr algn="ctr"/>
                      <a:r>
                        <a:rPr lang="en-US"/>
                        <a:t>Wireless Transmission of Data Distance being &gt;= 410 Miles</a:t>
                      </a:r>
                    </a:p>
                  </a:txBody>
                  <a:tcPr/>
                </a:tc>
                <a:tc>
                  <a:txBody>
                    <a:bodyPr/>
                    <a:lstStyle/>
                    <a:p>
                      <a:pPr algn="ctr"/>
                      <a:r>
                        <a:rPr lang="en-US"/>
                        <a:t>We need to be able to transmit data values to a server across Kansas</a:t>
                      </a:r>
                    </a:p>
                  </a:txBody>
                  <a:tcPr/>
                </a:tc>
                <a:extLst>
                  <a:ext uri="{0D108BD9-81ED-4DB2-BD59-A6C34878D82A}">
                    <a16:rowId xmlns:a16="http://schemas.microsoft.com/office/drawing/2014/main" val="2063973305"/>
                  </a:ext>
                </a:extLst>
              </a:tr>
              <a:tr h="624028">
                <a:tc>
                  <a:txBody>
                    <a:bodyPr/>
                    <a:lstStyle/>
                    <a:p>
                      <a:pPr algn="ctr"/>
                      <a:r>
                        <a:rPr lang="en-US"/>
                        <a:t>3.0</a:t>
                      </a:r>
                    </a:p>
                  </a:txBody>
                  <a:tcPr/>
                </a:tc>
                <a:tc>
                  <a:txBody>
                    <a:bodyPr/>
                    <a:lstStyle/>
                    <a:p>
                      <a:pPr algn="ctr"/>
                      <a:r>
                        <a:rPr lang="en-US"/>
                        <a:t>Easily replaceable sensors </a:t>
                      </a:r>
                    </a:p>
                    <a:p>
                      <a:pPr algn="ctr"/>
                      <a:r>
                        <a:rPr lang="en-US"/>
                        <a:t>(Convenient maintenance)</a:t>
                      </a:r>
                    </a:p>
                  </a:txBody>
                  <a:tcPr/>
                </a:tc>
                <a:tc>
                  <a:txBody>
                    <a:bodyPr/>
                    <a:lstStyle/>
                    <a:p>
                      <a:pPr algn="ctr"/>
                      <a:r>
                        <a:rPr lang="en-US"/>
                        <a:t>Plug and unplug approach incase something breaks, it should be easy to change the sensor</a:t>
                      </a:r>
                    </a:p>
                  </a:txBody>
                  <a:tcPr/>
                </a:tc>
                <a:extLst>
                  <a:ext uri="{0D108BD9-81ED-4DB2-BD59-A6C34878D82A}">
                    <a16:rowId xmlns:a16="http://schemas.microsoft.com/office/drawing/2014/main" val="4094596210"/>
                  </a:ext>
                </a:extLst>
              </a:tr>
              <a:tr h="624028">
                <a:tc>
                  <a:txBody>
                    <a:bodyPr/>
                    <a:lstStyle/>
                    <a:p>
                      <a:pPr algn="ctr"/>
                      <a:r>
                        <a:rPr lang="en-US"/>
                        <a:t>4.0</a:t>
                      </a:r>
                    </a:p>
                  </a:txBody>
                  <a:tcPr/>
                </a:tc>
                <a:tc>
                  <a:txBody>
                    <a:bodyPr/>
                    <a:lstStyle/>
                    <a:p>
                      <a:pPr algn="ctr"/>
                      <a:r>
                        <a:rPr lang="en-US"/>
                        <a:t>Off Grid Power Capabilities in a remote area</a:t>
                      </a:r>
                    </a:p>
                  </a:txBody>
                  <a:tcPr/>
                </a:tc>
                <a:tc>
                  <a:txBody>
                    <a:bodyPr/>
                    <a:lstStyle/>
                    <a:p>
                      <a:pPr lvl="0" algn="ctr">
                        <a:buNone/>
                      </a:pPr>
                      <a:r>
                        <a:rPr lang="en-US" sz="1400" b="0" i="0" u="none" strike="noStrike" noProof="0">
                          <a:solidFill>
                            <a:srgbClr val="000000"/>
                          </a:solidFill>
                          <a:latin typeface="Arial"/>
                        </a:rPr>
                        <a:t>Needs to be a self-sustaining system and be able to power and charge itself</a:t>
                      </a:r>
                      <a:endParaRPr lang="en-US"/>
                    </a:p>
                  </a:txBody>
                  <a:tcPr/>
                </a:tc>
                <a:extLst>
                  <a:ext uri="{0D108BD9-81ED-4DB2-BD59-A6C34878D82A}">
                    <a16:rowId xmlns:a16="http://schemas.microsoft.com/office/drawing/2014/main" val="3021593865"/>
                  </a:ext>
                </a:extLst>
              </a:tr>
              <a:tr h="624028">
                <a:tc>
                  <a:txBody>
                    <a:bodyPr/>
                    <a:lstStyle/>
                    <a:p>
                      <a:pPr algn="ctr"/>
                      <a:r>
                        <a:rPr lang="en-US"/>
                        <a:t>5.0</a:t>
                      </a:r>
                    </a:p>
                  </a:txBody>
                  <a:tcPr/>
                </a:tc>
                <a:tc>
                  <a:txBody>
                    <a:bodyPr/>
                    <a:lstStyle/>
                    <a:p>
                      <a:pPr algn="ctr"/>
                      <a:r>
                        <a:rPr lang="en-US"/>
                        <a:t>Size maximum (1.5ft x 1.5ft x 1.5ft)</a:t>
                      </a:r>
                    </a:p>
                  </a:txBody>
                  <a:tcPr/>
                </a:tc>
                <a:tc>
                  <a:txBody>
                    <a:bodyPr/>
                    <a:lstStyle/>
                    <a:p>
                      <a:pPr algn="ctr"/>
                      <a:r>
                        <a:rPr lang="en-US"/>
                        <a:t>Overall maximum size that was mentioned to be a maximum (cooler sized)</a:t>
                      </a:r>
                    </a:p>
                  </a:txBody>
                  <a:tcPr/>
                </a:tc>
                <a:extLst>
                  <a:ext uri="{0D108BD9-81ED-4DB2-BD59-A6C34878D82A}">
                    <a16:rowId xmlns:a16="http://schemas.microsoft.com/office/drawing/2014/main" val="862505988"/>
                  </a:ext>
                </a:extLst>
              </a:tr>
              <a:tr h="624028">
                <a:tc>
                  <a:txBody>
                    <a:bodyPr/>
                    <a:lstStyle/>
                    <a:p>
                      <a:pPr algn="ctr"/>
                      <a:r>
                        <a:rPr lang="en-US"/>
                        <a:t>5.1</a:t>
                      </a:r>
                    </a:p>
                  </a:txBody>
                  <a:tcPr/>
                </a:tc>
                <a:tc>
                  <a:txBody>
                    <a:bodyPr/>
                    <a:lstStyle/>
                    <a:p>
                      <a:pPr algn="ctr"/>
                      <a:r>
                        <a:rPr lang="en-US"/>
                        <a:t>Size minimization</a:t>
                      </a:r>
                    </a:p>
                  </a:txBody>
                  <a:tcPr/>
                </a:tc>
                <a:tc>
                  <a:txBody>
                    <a:bodyPr/>
                    <a:lstStyle/>
                    <a:p>
                      <a:pPr algn="ctr"/>
                      <a:r>
                        <a:rPr lang="en-US"/>
                        <a:t>Though we have a maximum, we should shoot for a smaller compact system</a:t>
                      </a:r>
                    </a:p>
                  </a:txBody>
                  <a:tcPr/>
                </a:tc>
                <a:extLst>
                  <a:ext uri="{0D108BD9-81ED-4DB2-BD59-A6C34878D82A}">
                    <a16:rowId xmlns:a16="http://schemas.microsoft.com/office/drawing/2014/main" val="3766367299"/>
                  </a:ext>
                </a:extLst>
              </a:tr>
              <a:tr h="402194">
                <a:tc>
                  <a:txBody>
                    <a:bodyPr/>
                    <a:lstStyle/>
                    <a:p>
                      <a:pPr algn="ctr"/>
                      <a:r>
                        <a:rPr lang="en-US"/>
                        <a:t>6.0</a:t>
                      </a:r>
                    </a:p>
                  </a:txBody>
                  <a:tcPr/>
                </a:tc>
                <a:tc>
                  <a:txBody>
                    <a:bodyPr/>
                    <a:lstStyle/>
                    <a:p>
                      <a:pPr algn="ctr"/>
                      <a:r>
                        <a:rPr lang="en-US"/>
                        <a:t>Sensor Accuracy</a:t>
                      </a:r>
                    </a:p>
                  </a:txBody>
                  <a:tcPr/>
                </a:tc>
                <a:tc>
                  <a:txBody>
                    <a:bodyPr/>
                    <a:lstStyle/>
                    <a:p>
                      <a:pPr algn="ctr"/>
                      <a:r>
                        <a:rPr lang="en-US"/>
                        <a:t>Following Page</a:t>
                      </a:r>
                    </a:p>
                  </a:txBody>
                  <a:tcPr/>
                </a:tc>
                <a:extLst>
                  <a:ext uri="{0D108BD9-81ED-4DB2-BD59-A6C34878D82A}">
                    <a16:rowId xmlns:a16="http://schemas.microsoft.com/office/drawing/2014/main" val="3250648368"/>
                  </a:ext>
                </a:extLst>
              </a:tr>
            </a:tbl>
          </a:graphicData>
        </a:graphic>
      </p:graphicFrame>
    </p:spTree>
    <p:extLst>
      <p:ext uri="{BB962C8B-B14F-4D97-AF65-F5344CB8AC3E}">
        <p14:creationId xmlns:p14="http://schemas.microsoft.com/office/powerpoint/2010/main" val="829200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044B0-BAF1-13C9-112E-A11B59A44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A4681-FC4F-2BAD-5BA5-0D8A402DB7C6}"/>
              </a:ext>
            </a:extLst>
          </p:cNvPr>
          <p:cNvSpPr>
            <a:spLocks noGrp="1"/>
          </p:cNvSpPr>
          <p:nvPr>
            <p:ph type="title"/>
          </p:nvPr>
        </p:nvSpPr>
        <p:spPr/>
        <p:txBody>
          <a:bodyPr/>
          <a:lstStyle/>
          <a:p>
            <a:r>
              <a:rPr lang="en-US"/>
              <a:t>Requirements (Sensors)</a:t>
            </a:r>
          </a:p>
        </p:txBody>
      </p:sp>
      <p:graphicFrame>
        <p:nvGraphicFramePr>
          <p:cNvPr id="7" name="Table 6">
            <a:extLst>
              <a:ext uri="{FF2B5EF4-FFF2-40B4-BE49-F238E27FC236}">
                <a16:creationId xmlns:a16="http://schemas.microsoft.com/office/drawing/2014/main" id="{459DB3C0-5B1A-8460-90EE-CD99B18A5760}"/>
              </a:ext>
            </a:extLst>
          </p:cNvPr>
          <p:cNvGraphicFramePr>
            <a:graphicFrameLocks noGrp="1"/>
          </p:cNvGraphicFramePr>
          <p:nvPr>
            <p:extLst>
              <p:ext uri="{D42A27DB-BD31-4B8C-83A1-F6EECF244321}">
                <p14:modId xmlns:p14="http://schemas.microsoft.com/office/powerpoint/2010/main" val="494325598"/>
              </p:ext>
            </p:extLst>
          </p:nvPr>
        </p:nvGraphicFramePr>
        <p:xfrm>
          <a:off x="287216" y="1269139"/>
          <a:ext cx="8569568" cy="4618891"/>
        </p:xfrm>
        <a:graphic>
          <a:graphicData uri="http://schemas.openxmlformats.org/drawingml/2006/table">
            <a:tbl>
              <a:tblPr firstRow="1" bandRow="1">
                <a:tableStyleId>{775DCB02-9BB8-47FD-8907-85C794F793BA}</a:tableStyleId>
              </a:tblPr>
              <a:tblGrid>
                <a:gridCol w="543549">
                  <a:extLst>
                    <a:ext uri="{9D8B030D-6E8A-4147-A177-3AD203B41FA5}">
                      <a16:colId xmlns:a16="http://schemas.microsoft.com/office/drawing/2014/main" val="1283730541"/>
                    </a:ext>
                  </a:extLst>
                </a:gridCol>
                <a:gridCol w="3492591">
                  <a:extLst>
                    <a:ext uri="{9D8B030D-6E8A-4147-A177-3AD203B41FA5}">
                      <a16:colId xmlns:a16="http://schemas.microsoft.com/office/drawing/2014/main" val="2815115203"/>
                    </a:ext>
                  </a:extLst>
                </a:gridCol>
                <a:gridCol w="4533428">
                  <a:extLst>
                    <a:ext uri="{9D8B030D-6E8A-4147-A177-3AD203B41FA5}">
                      <a16:colId xmlns:a16="http://schemas.microsoft.com/office/drawing/2014/main" val="651081372"/>
                    </a:ext>
                  </a:extLst>
                </a:gridCol>
              </a:tblGrid>
              <a:tr h="406977">
                <a:tc>
                  <a:txBody>
                    <a:bodyPr/>
                    <a:lstStyle/>
                    <a:p>
                      <a:pPr algn="ctr"/>
                      <a:r>
                        <a:rPr lang="en-US"/>
                        <a:t>ID</a:t>
                      </a:r>
                    </a:p>
                  </a:txBody>
                  <a:tcPr/>
                </a:tc>
                <a:tc>
                  <a:txBody>
                    <a:bodyPr/>
                    <a:lstStyle/>
                    <a:p>
                      <a:pPr algn="ctr"/>
                      <a:r>
                        <a:rPr lang="en-US"/>
                        <a:t>Sensor</a:t>
                      </a:r>
                    </a:p>
                  </a:txBody>
                  <a:tcPr/>
                </a:tc>
                <a:tc>
                  <a:txBody>
                    <a:bodyPr/>
                    <a:lstStyle/>
                    <a:p>
                      <a:pPr algn="ctr"/>
                      <a:r>
                        <a:rPr lang="en-US"/>
                        <a:t>Accuracy</a:t>
                      </a:r>
                    </a:p>
                  </a:txBody>
                  <a:tcPr/>
                </a:tc>
                <a:extLst>
                  <a:ext uri="{0D108BD9-81ED-4DB2-BD59-A6C34878D82A}">
                    <a16:rowId xmlns:a16="http://schemas.microsoft.com/office/drawing/2014/main" val="3357166394"/>
                  </a:ext>
                </a:extLst>
              </a:tr>
              <a:tr h="631449">
                <a:tc>
                  <a:txBody>
                    <a:bodyPr/>
                    <a:lstStyle/>
                    <a:p>
                      <a:pPr algn="ctr"/>
                      <a:r>
                        <a:rPr lang="en-US"/>
                        <a:t>6.1</a:t>
                      </a:r>
                    </a:p>
                  </a:txBody>
                  <a:tcPr/>
                </a:tc>
                <a:tc>
                  <a:txBody>
                    <a:bodyPr/>
                    <a:lstStyle/>
                    <a:p>
                      <a:pPr algn="ctr"/>
                      <a:r>
                        <a:rPr lang="en-US"/>
                        <a:t>Temperature</a:t>
                      </a:r>
                    </a:p>
                  </a:txBody>
                  <a:tcPr/>
                </a:tc>
                <a:tc>
                  <a:txBody>
                    <a:bodyPr/>
                    <a:lstStyle/>
                    <a:p>
                      <a:pPr algn="ctr"/>
                      <a:r>
                        <a:rPr lang="en-US"/>
                        <a:t>~0.3°C  - ~0.4°C</a:t>
                      </a:r>
                    </a:p>
                  </a:txBody>
                  <a:tcPr/>
                </a:tc>
                <a:extLst>
                  <a:ext uri="{0D108BD9-81ED-4DB2-BD59-A6C34878D82A}">
                    <a16:rowId xmlns:a16="http://schemas.microsoft.com/office/drawing/2014/main" val="479924082"/>
                  </a:ext>
                </a:extLst>
              </a:tr>
              <a:tr h="631449">
                <a:tc>
                  <a:txBody>
                    <a:bodyPr/>
                    <a:lstStyle/>
                    <a:p>
                      <a:pPr algn="ctr"/>
                      <a:r>
                        <a:rPr lang="en-US"/>
                        <a:t>6.2</a:t>
                      </a:r>
                    </a:p>
                  </a:txBody>
                  <a:tcPr/>
                </a:tc>
                <a:tc>
                  <a:txBody>
                    <a:bodyPr/>
                    <a:lstStyle/>
                    <a:p>
                      <a:pPr algn="ctr"/>
                      <a:r>
                        <a:rPr lang="en-US"/>
                        <a:t>Humidity</a:t>
                      </a:r>
                    </a:p>
                  </a:txBody>
                  <a:tcPr/>
                </a:tc>
                <a:tc>
                  <a:txBody>
                    <a:bodyPr/>
                    <a:lstStyle/>
                    <a:p>
                      <a:pPr algn="ctr"/>
                      <a:r>
                        <a:rPr lang="en-US"/>
                        <a:t>~2%  - ~3%</a:t>
                      </a:r>
                    </a:p>
                  </a:txBody>
                  <a:tcPr/>
                </a:tc>
                <a:extLst>
                  <a:ext uri="{0D108BD9-81ED-4DB2-BD59-A6C34878D82A}">
                    <a16:rowId xmlns:a16="http://schemas.microsoft.com/office/drawing/2014/main" val="2063973305"/>
                  </a:ext>
                </a:extLst>
              </a:tr>
              <a:tr h="631449">
                <a:tc>
                  <a:txBody>
                    <a:bodyPr/>
                    <a:lstStyle/>
                    <a:p>
                      <a:pPr algn="ctr"/>
                      <a:r>
                        <a:rPr lang="en-US"/>
                        <a:t>6.3</a:t>
                      </a:r>
                    </a:p>
                  </a:txBody>
                  <a:tcPr/>
                </a:tc>
                <a:tc>
                  <a:txBody>
                    <a:bodyPr/>
                    <a:lstStyle/>
                    <a:p>
                      <a:pPr algn="ctr"/>
                      <a:r>
                        <a:rPr lang="en-US"/>
                        <a:t>Solar Radiation</a:t>
                      </a:r>
                    </a:p>
                  </a:txBody>
                  <a:tcPr/>
                </a:tc>
                <a:tc>
                  <a:txBody>
                    <a:bodyPr/>
                    <a:lstStyle/>
                    <a:p>
                      <a:pPr algn="ctr"/>
                      <a:r>
                        <a:rPr lang="en-US"/>
                        <a:t>~5% (Resolution 0.2 W/m^2)</a:t>
                      </a:r>
                    </a:p>
                  </a:txBody>
                  <a:tcPr/>
                </a:tc>
                <a:extLst>
                  <a:ext uri="{0D108BD9-81ED-4DB2-BD59-A6C34878D82A}">
                    <a16:rowId xmlns:a16="http://schemas.microsoft.com/office/drawing/2014/main" val="4094596210"/>
                  </a:ext>
                </a:extLst>
              </a:tr>
              <a:tr h="647692">
                <a:tc>
                  <a:txBody>
                    <a:bodyPr/>
                    <a:lstStyle/>
                    <a:p>
                      <a:pPr algn="ctr"/>
                      <a:r>
                        <a:rPr lang="en-US"/>
                        <a:t>6.4</a:t>
                      </a:r>
                    </a:p>
                  </a:txBody>
                  <a:tcPr/>
                </a:tc>
                <a:tc>
                  <a:txBody>
                    <a:bodyPr/>
                    <a:lstStyle/>
                    <a:p>
                      <a:pPr algn="ctr"/>
                      <a:r>
                        <a:rPr lang="en-US"/>
                        <a:t>Wind Speed</a:t>
                      </a:r>
                    </a:p>
                    <a:p>
                      <a:pPr algn="ctr"/>
                      <a:r>
                        <a:rPr lang="en-US"/>
                        <a:t>Wind Direction</a:t>
                      </a:r>
                    </a:p>
                  </a:txBody>
                  <a:tcPr/>
                </a:tc>
                <a:tc>
                  <a:txBody>
                    <a:bodyPr/>
                    <a:lstStyle/>
                    <a:p>
                      <a:pPr algn="ctr"/>
                      <a:r>
                        <a:rPr lang="en-US"/>
                        <a:t>~0.3 m/s</a:t>
                      </a:r>
                    </a:p>
                    <a:p>
                      <a:pPr algn="ctr"/>
                      <a:r>
                        <a:rPr lang="en-US"/>
                        <a:t>~3°</a:t>
                      </a:r>
                    </a:p>
                  </a:txBody>
                  <a:tcPr/>
                </a:tc>
                <a:extLst>
                  <a:ext uri="{0D108BD9-81ED-4DB2-BD59-A6C34878D82A}">
                    <a16:rowId xmlns:a16="http://schemas.microsoft.com/office/drawing/2014/main" val="3021593865"/>
                  </a:ext>
                </a:extLst>
              </a:tr>
              <a:tr h="631449">
                <a:tc>
                  <a:txBody>
                    <a:bodyPr/>
                    <a:lstStyle/>
                    <a:p>
                      <a:pPr algn="ctr"/>
                      <a:r>
                        <a:rPr lang="en-US"/>
                        <a:t>6.5</a:t>
                      </a:r>
                    </a:p>
                  </a:txBody>
                  <a:tcPr/>
                </a:tc>
                <a:tc>
                  <a:txBody>
                    <a:bodyPr/>
                    <a:lstStyle/>
                    <a:p>
                      <a:pPr algn="ctr"/>
                      <a:r>
                        <a:rPr lang="en-US"/>
                        <a:t>Precipitation</a:t>
                      </a:r>
                    </a:p>
                  </a:txBody>
                  <a:tcPr/>
                </a:tc>
                <a:tc>
                  <a:txBody>
                    <a:bodyPr/>
                    <a:lstStyle/>
                    <a:p>
                      <a:pPr algn="ctr"/>
                      <a:r>
                        <a:rPr lang="en-US"/>
                        <a:t>~1%  - ~5% (Resolution 0.254mm)</a:t>
                      </a:r>
                    </a:p>
                  </a:txBody>
                  <a:tcPr/>
                </a:tc>
                <a:extLst>
                  <a:ext uri="{0D108BD9-81ED-4DB2-BD59-A6C34878D82A}">
                    <a16:rowId xmlns:a16="http://schemas.microsoft.com/office/drawing/2014/main" val="862505988"/>
                  </a:ext>
                </a:extLst>
              </a:tr>
              <a:tr h="631449">
                <a:tc>
                  <a:txBody>
                    <a:bodyPr/>
                    <a:lstStyle/>
                    <a:p>
                      <a:pPr algn="ctr"/>
                      <a:r>
                        <a:rPr lang="en-US"/>
                        <a:t>6.6</a:t>
                      </a:r>
                    </a:p>
                  </a:txBody>
                  <a:tcPr/>
                </a:tc>
                <a:tc>
                  <a:txBody>
                    <a:bodyPr/>
                    <a:lstStyle/>
                    <a:p>
                      <a:pPr algn="ctr"/>
                      <a:r>
                        <a:rPr lang="en-US"/>
                        <a:t>Air Quality</a:t>
                      </a:r>
                    </a:p>
                  </a:txBody>
                  <a:tcPr/>
                </a:tc>
                <a:tc>
                  <a:txBody>
                    <a:bodyPr/>
                    <a:lstStyle/>
                    <a:p>
                      <a:pPr algn="ctr"/>
                      <a:r>
                        <a:rPr lang="en-US"/>
                        <a:t>N/A</a:t>
                      </a:r>
                    </a:p>
                  </a:txBody>
                  <a:tcPr/>
                </a:tc>
                <a:extLst>
                  <a:ext uri="{0D108BD9-81ED-4DB2-BD59-A6C34878D82A}">
                    <a16:rowId xmlns:a16="http://schemas.microsoft.com/office/drawing/2014/main" val="3766367299"/>
                  </a:ext>
                </a:extLst>
              </a:tr>
              <a:tr h="406977">
                <a:tc>
                  <a:txBody>
                    <a:bodyPr/>
                    <a:lstStyle/>
                    <a:p>
                      <a:pPr algn="ctr"/>
                      <a:r>
                        <a:rPr lang="en-US"/>
                        <a:t>6.7</a:t>
                      </a:r>
                    </a:p>
                  </a:txBody>
                  <a:tcPr/>
                </a:tc>
                <a:tc>
                  <a:txBody>
                    <a:bodyPr/>
                    <a:lstStyle/>
                    <a:p>
                      <a:pPr algn="ctr"/>
                      <a:r>
                        <a:rPr lang="en-US"/>
                        <a:t>Pressure</a:t>
                      </a:r>
                    </a:p>
                  </a:txBody>
                  <a:tcPr/>
                </a:tc>
                <a:tc>
                  <a:txBody>
                    <a:bodyPr/>
                    <a:lstStyle/>
                    <a:p>
                      <a:pPr algn="ctr"/>
                      <a:r>
                        <a:rPr lang="en-US"/>
                        <a:t>~1mb</a:t>
                      </a:r>
                    </a:p>
                  </a:txBody>
                  <a:tcPr/>
                </a:tc>
                <a:extLst>
                  <a:ext uri="{0D108BD9-81ED-4DB2-BD59-A6C34878D82A}">
                    <a16:rowId xmlns:a16="http://schemas.microsoft.com/office/drawing/2014/main" val="3250648368"/>
                  </a:ext>
                </a:extLst>
              </a:tr>
            </a:tbl>
          </a:graphicData>
        </a:graphic>
      </p:graphicFrame>
    </p:spTree>
    <p:extLst>
      <p:ext uri="{BB962C8B-B14F-4D97-AF65-F5344CB8AC3E}">
        <p14:creationId xmlns:p14="http://schemas.microsoft.com/office/powerpoint/2010/main" val="2190908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7C139-C5BD-3A47-32AA-4BFE9E262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A7122-EF1B-10C5-F071-ECF52276DBC9}"/>
              </a:ext>
            </a:extLst>
          </p:cNvPr>
          <p:cNvSpPr>
            <a:spLocks noGrp="1"/>
          </p:cNvSpPr>
          <p:nvPr>
            <p:ph type="title"/>
          </p:nvPr>
        </p:nvSpPr>
        <p:spPr>
          <a:xfrm>
            <a:off x="457200" y="677662"/>
            <a:ext cx="8229600" cy="1143000"/>
          </a:xfrm>
        </p:spPr>
        <p:txBody>
          <a:bodyPr/>
          <a:lstStyle/>
          <a:p>
            <a:r>
              <a:rPr lang="en-US"/>
              <a:t>Standards Followed</a:t>
            </a:r>
          </a:p>
        </p:txBody>
      </p:sp>
      <p:graphicFrame>
        <p:nvGraphicFramePr>
          <p:cNvPr id="3" name="Table 2">
            <a:extLst>
              <a:ext uri="{FF2B5EF4-FFF2-40B4-BE49-F238E27FC236}">
                <a16:creationId xmlns:a16="http://schemas.microsoft.com/office/drawing/2014/main" id="{B526DD1C-B385-67B5-96F7-4B6AB3433634}"/>
              </a:ext>
            </a:extLst>
          </p:cNvPr>
          <p:cNvGraphicFramePr>
            <a:graphicFrameLocks noGrp="1"/>
          </p:cNvGraphicFramePr>
          <p:nvPr>
            <p:extLst>
              <p:ext uri="{D42A27DB-BD31-4B8C-83A1-F6EECF244321}">
                <p14:modId xmlns:p14="http://schemas.microsoft.com/office/powerpoint/2010/main" val="3712662527"/>
              </p:ext>
            </p:extLst>
          </p:nvPr>
        </p:nvGraphicFramePr>
        <p:xfrm>
          <a:off x="1524000" y="1598168"/>
          <a:ext cx="6096000" cy="3175000"/>
        </p:xfrm>
        <a:graphic>
          <a:graphicData uri="http://schemas.openxmlformats.org/drawingml/2006/table">
            <a:tbl>
              <a:tblPr firstRow="1" bandRow="1">
                <a:tableStyleId>{284E427A-3D55-4303-BF80-6455036E1DE7}</a:tableStyleId>
              </a:tblPr>
              <a:tblGrid>
                <a:gridCol w="3048000">
                  <a:extLst>
                    <a:ext uri="{9D8B030D-6E8A-4147-A177-3AD203B41FA5}">
                      <a16:colId xmlns:a16="http://schemas.microsoft.com/office/drawing/2014/main" val="3558092022"/>
                    </a:ext>
                  </a:extLst>
                </a:gridCol>
                <a:gridCol w="3048000">
                  <a:extLst>
                    <a:ext uri="{9D8B030D-6E8A-4147-A177-3AD203B41FA5}">
                      <a16:colId xmlns:a16="http://schemas.microsoft.com/office/drawing/2014/main" val="3618039013"/>
                    </a:ext>
                  </a:extLst>
                </a:gridCol>
              </a:tblGrid>
              <a:tr h="370840">
                <a:tc>
                  <a:txBody>
                    <a:bodyPr/>
                    <a:lstStyle/>
                    <a:p>
                      <a:pPr algn="ctr"/>
                      <a:r>
                        <a:rPr lang="en-US"/>
                        <a:t>Standard Name</a:t>
                      </a:r>
                    </a:p>
                  </a:txBody>
                  <a:tcPr/>
                </a:tc>
                <a:tc>
                  <a:txBody>
                    <a:bodyPr/>
                    <a:lstStyle/>
                    <a:p>
                      <a:pPr algn="ctr"/>
                      <a:r>
                        <a:rPr lang="en-US"/>
                        <a:t>Description</a:t>
                      </a:r>
                    </a:p>
                  </a:txBody>
                  <a:tcPr/>
                </a:tc>
                <a:extLst>
                  <a:ext uri="{0D108BD9-81ED-4DB2-BD59-A6C34878D82A}">
                    <a16:rowId xmlns:a16="http://schemas.microsoft.com/office/drawing/2014/main" val="3890996120"/>
                  </a:ext>
                </a:extLst>
              </a:tr>
              <a:tr h="370840">
                <a:tc>
                  <a:txBody>
                    <a:bodyPr/>
                    <a:lstStyle/>
                    <a:p>
                      <a:pPr algn="ctr"/>
                      <a:r>
                        <a:rPr lang="en-US"/>
                        <a:t>TTL (Transistor – Transistor Logic) Level Voltage</a:t>
                      </a:r>
                    </a:p>
                  </a:txBody>
                  <a:tcPr/>
                </a:tc>
                <a:tc>
                  <a:txBody>
                    <a:bodyPr/>
                    <a:lstStyle/>
                    <a:p>
                      <a:pPr algn="ctr"/>
                      <a:r>
                        <a:rPr lang="en-US"/>
                        <a:t>Our sensors run on a 5V Power and data transmission system</a:t>
                      </a:r>
                    </a:p>
                  </a:txBody>
                  <a:tcPr/>
                </a:tc>
                <a:extLst>
                  <a:ext uri="{0D108BD9-81ED-4DB2-BD59-A6C34878D82A}">
                    <a16:rowId xmlns:a16="http://schemas.microsoft.com/office/drawing/2014/main" val="1212515748"/>
                  </a:ext>
                </a:extLst>
              </a:tr>
              <a:tr h="370840">
                <a:tc>
                  <a:txBody>
                    <a:bodyPr/>
                    <a:lstStyle/>
                    <a:p>
                      <a:pPr algn="ctr"/>
                      <a:r>
                        <a:rPr lang="en-US"/>
                        <a:t>Inter-Integrated Circuit Bus </a:t>
                      </a:r>
                    </a:p>
                    <a:p>
                      <a:pPr algn="ctr"/>
                      <a:r>
                        <a:rPr lang="en-US"/>
                        <a:t>(I2C Bus)</a:t>
                      </a:r>
                    </a:p>
                  </a:txBody>
                  <a:tcPr/>
                </a:tc>
                <a:tc>
                  <a:txBody>
                    <a:bodyPr/>
                    <a:lstStyle/>
                    <a:p>
                      <a:pPr algn="ctr"/>
                      <a:r>
                        <a:rPr lang="en-US"/>
                        <a:t>De facto industry standard for short-distance serial communication between ICs</a:t>
                      </a:r>
                    </a:p>
                  </a:txBody>
                  <a:tcPr/>
                </a:tc>
                <a:extLst>
                  <a:ext uri="{0D108BD9-81ED-4DB2-BD59-A6C34878D82A}">
                    <a16:rowId xmlns:a16="http://schemas.microsoft.com/office/drawing/2014/main" val="660740105"/>
                  </a:ext>
                </a:extLst>
              </a:tr>
              <a:tr h="370840">
                <a:tc>
                  <a:txBody>
                    <a:bodyPr/>
                    <a:lstStyle/>
                    <a:p>
                      <a:pPr algn="ctr"/>
                      <a:r>
                        <a:rPr lang="en-US"/>
                        <a:t>FCC Compliance with Wireless Transmission</a:t>
                      </a:r>
                    </a:p>
                  </a:txBody>
                  <a:tcPr/>
                </a:tc>
                <a:tc>
                  <a:txBody>
                    <a:bodyPr/>
                    <a:lstStyle/>
                    <a:p>
                      <a:pPr algn="ctr"/>
                      <a:r>
                        <a:rPr lang="en-US"/>
                        <a:t>Making sure the modem purchased is FCC pre-certified</a:t>
                      </a:r>
                    </a:p>
                  </a:txBody>
                  <a:tcPr/>
                </a:tc>
                <a:extLst>
                  <a:ext uri="{0D108BD9-81ED-4DB2-BD59-A6C34878D82A}">
                    <a16:rowId xmlns:a16="http://schemas.microsoft.com/office/drawing/2014/main" val="461816439"/>
                  </a:ext>
                </a:extLst>
              </a:tr>
              <a:tr h="370840">
                <a:tc>
                  <a:txBody>
                    <a:bodyPr/>
                    <a:lstStyle/>
                    <a:p>
                      <a:pPr algn="ctr"/>
                      <a:r>
                        <a:rPr lang="en-US"/>
                        <a:t>Stemma QT JST connectors*</a:t>
                      </a:r>
                    </a:p>
                  </a:txBody>
                  <a:tcPr/>
                </a:tc>
                <a:tc>
                  <a:txBody>
                    <a:bodyPr/>
                    <a:lstStyle/>
                    <a:p>
                      <a:pPr algn="ctr"/>
                      <a:r>
                        <a:rPr lang="en-US"/>
                        <a:t>Standard developed by Adafruit to make I2C Connections easier</a:t>
                      </a:r>
                    </a:p>
                  </a:txBody>
                  <a:tcPr/>
                </a:tc>
                <a:extLst>
                  <a:ext uri="{0D108BD9-81ED-4DB2-BD59-A6C34878D82A}">
                    <a16:rowId xmlns:a16="http://schemas.microsoft.com/office/drawing/2014/main" val="168977367"/>
                  </a:ext>
                </a:extLst>
              </a:tr>
              <a:tr h="370840">
                <a:tc>
                  <a:txBody>
                    <a:bodyPr/>
                    <a:lstStyle/>
                    <a:p>
                      <a:pPr algn="ctr"/>
                      <a:r>
                        <a:rPr lang="en-US"/>
                        <a:t>3GPP (3rd Generation Partnership Project)</a:t>
                      </a:r>
                    </a:p>
                  </a:txBody>
                  <a:tcPr/>
                </a:tc>
                <a:tc>
                  <a:txBody>
                    <a:bodyPr/>
                    <a:lstStyle/>
                    <a:p>
                      <a:pPr algn="ctr"/>
                      <a:r>
                        <a:rPr lang="en-US"/>
                        <a:t>International standards for 2G, 3G, 4G, 5G, and LTE communication</a:t>
                      </a:r>
                    </a:p>
                  </a:txBody>
                  <a:tcPr/>
                </a:tc>
                <a:extLst>
                  <a:ext uri="{0D108BD9-81ED-4DB2-BD59-A6C34878D82A}">
                    <a16:rowId xmlns:a16="http://schemas.microsoft.com/office/drawing/2014/main" val="2468726976"/>
                  </a:ext>
                </a:extLst>
              </a:tr>
            </a:tbl>
          </a:graphicData>
        </a:graphic>
      </p:graphicFrame>
    </p:spTree>
    <p:extLst>
      <p:ext uri="{BB962C8B-B14F-4D97-AF65-F5344CB8AC3E}">
        <p14:creationId xmlns:p14="http://schemas.microsoft.com/office/powerpoint/2010/main" val="113252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8279-503D-F6F1-3008-B3C85CDDA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FA117-B70C-A2EA-EFF3-07010F776EE0}"/>
              </a:ext>
            </a:extLst>
          </p:cNvPr>
          <p:cNvSpPr>
            <a:spLocks noGrp="1"/>
          </p:cNvSpPr>
          <p:nvPr>
            <p:ph type="title"/>
          </p:nvPr>
        </p:nvSpPr>
        <p:spPr>
          <a:xfrm>
            <a:off x="457200" y="460737"/>
            <a:ext cx="8229600" cy="1143000"/>
          </a:xfrm>
        </p:spPr>
        <p:txBody>
          <a:bodyPr/>
          <a:lstStyle/>
          <a:p>
            <a:r>
              <a:rPr lang="en-US"/>
              <a:t>Block Diagram of System</a:t>
            </a:r>
          </a:p>
        </p:txBody>
      </p:sp>
      <p:pic>
        <p:nvPicPr>
          <p:cNvPr id="5" name="Picture 4" descr="A diagram of cell modem&#10;&#10;AI-generated content may be incorrect.">
            <a:extLst>
              <a:ext uri="{FF2B5EF4-FFF2-40B4-BE49-F238E27FC236}">
                <a16:creationId xmlns:a16="http://schemas.microsoft.com/office/drawing/2014/main" id="{987FCA83-B4EA-D0A1-C0E4-2E378C041D33}"/>
              </a:ext>
            </a:extLst>
          </p:cNvPr>
          <p:cNvPicPr>
            <a:picLocks noChangeAspect="1"/>
          </p:cNvPicPr>
          <p:nvPr/>
        </p:nvPicPr>
        <p:blipFill>
          <a:blip r:embed="rId3"/>
          <a:stretch>
            <a:fillRect/>
          </a:stretch>
        </p:blipFill>
        <p:spPr>
          <a:xfrm>
            <a:off x="263298" y="1753620"/>
            <a:ext cx="8627242" cy="3350759"/>
          </a:xfrm>
          <a:prstGeom prst="rect">
            <a:avLst/>
          </a:prstGeom>
        </p:spPr>
      </p:pic>
    </p:spTree>
    <p:extLst>
      <p:ext uri="{BB962C8B-B14F-4D97-AF65-F5344CB8AC3E}">
        <p14:creationId xmlns:p14="http://schemas.microsoft.com/office/powerpoint/2010/main" val="2257080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45978-E46B-3B76-EA54-D17DE3399D04}"/>
              </a:ext>
            </a:extLst>
          </p:cNvPr>
          <p:cNvSpPr>
            <a:spLocks noGrp="1"/>
          </p:cNvSpPr>
          <p:nvPr>
            <p:ph type="title"/>
          </p:nvPr>
        </p:nvSpPr>
        <p:spPr/>
        <p:txBody>
          <a:bodyPr/>
          <a:lstStyle/>
          <a:p>
            <a:r>
              <a:rPr lang="en-US"/>
              <a:t>Decision Matrix Sensor Purchases</a:t>
            </a:r>
          </a:p>
        </p:txBody>
      </p:sp>
      <p:graphicFrame>
        <p:nvGraphicFramePr>
          <p:cNvPr id="6" name="Table 5">
            <a:extLst>
              <a:ext uri="{FF2B5EF4-FFF2-40B4-BE49-F238E27FC236}">
                <a16:creationId xmlns:a16="http://schemas.microsoft.com/office/drawing/2014/main" id="{CC26657F-314D-C092-E17C-87497148A6F8}"/>
              </a:ext>
            </a:extLst>
          </p:cNvPr>
          <p:cNvGraphicFramePr>
            <a:graphicFrameLocks noGrp="1"/>
          </p:cNvGraphicFramePr>
          <p:nvPr>
            <p:extLst>
              <p:ext uri="{D42A27DB-BD31-4B8C-83A1-F6EECF244321}">
                <p14:modId xmlns:p14="http://schemas.microsoft.com/office/powerpoint/2010/main" val="2859217076"/>
              </p:ext>
            </p:extLst>
          </p:nvPr>
        </p:nvGraphicFramePr>
        <p:xfrm>
          <a:off x="397098" y="1325450"/>
          <a:ext cx="8292837" cy="4743619"/>
        </p:xfrm>
        <a:graphic>
          <a:graphicData uri="http://schemas.openxmlformats.org/drawingml/2006/table">
            <a:tbl>
              <a:tblPr firstRow="1" bandRow="1">
                <a:tableStyleId>{5C22544A-7EE6-4342-B048-85BDC9FD1C3A}</a:tableStyleId>
              </a:tblPr>
              <a:tblGrid>
                <a:gridCol w="1118599">
                  <a:extLst>
                    <a:ext uri="{9D8B030D-6E8A-4147-A177-3AD203B41FA5}">
                      <a16:colId xmlns:a16="http://schemas.microsoft.com/office/drawing/2014/main" val="2794880622"/>
                    </a:ext>
                  </a:extLst>
                </a:gridCol>
                <a:gridCol w="720645">
                  <a:extLst>
                    <a:ext uri="{9D8B030D-6E8A-4147-A177-3AD203B41FA5}">
                      <a16:colId xmlns:a16="http://schemas.microsoft.com/office/drawing/2014/main" val="2550030851"/>
                    </a:ext>
                  </a:extLst>
                </a:gridCol>
                <a:gridCol w="887670">
                  <a:extLst>
                    <a:ext uri="{9D8B030D-6E8A-4147-A177-3AD203B41FA5}">
                      <a16:colId xmlns:a16="http://schemas.microsoft.com/office/drawing/2014/main" val="1303898710"/>
                    </a:ext>
                  </a:extLst>
                </a:gridCol>
                <a:gridCol w="719070">
                  <a:extLst>
                    <a:ext uri="{9D8B030D-6E8A-4147-A177-3AD203B41FA5}">
                      <a16:colId xmlns:a16="http://schemas.microsoft.com/office/drawing/2014/main" val="2870582079"/>
                    </a:ext>
                  </a:extLst>
                </a:gridCol>
                <a:gridCol w="798576">
                  <a:extLst>
                    <a:ext uri="{9D8B030D-6E8A-4147-A177-3AD203B41FA5}">
                      <a16:colId xmlns:a16="http://schemas.microsoft.com/office/drawing/2014/main" val="1464065524"/>
                    </a:ext>
                  </a:extLst>
                </a:gridCol>
                <a:gridCol w="799677">
                  <a:extLst>
                    <a:ext uri="{9D8B030D-6E8A-4147-A177-3AD203B41FA5}">
                      <a16:colId xmlns:a16="http://schemas.microsoft.com/office/drawing/2014/main" val="211559589"/>
                    </a:ext>
                  </a:extLst>
                </a:gridCol>
                <a:gridCol w="823838">
                  <a:extLst>
                    <a:ext uri="{9D8B030D-6E8A-4147-A177-3AD203B41FA5}">
                      <a16:colId xmlns:a16="http://schemas.microsoft.com/office/drawing/2014/main" val="1105135821"/>
                    </a:ext>
                  </a:extLst>
                </a:gridCol>
                <a:gridCol w="808254">
                  <a:extLst>
                    <a:ext uri="{9D8B030D-6E8A-4147-A177-3AD203B41FA5}">
                      <a16:colId xmlns:a16="http://schemas.microsoft.com/office/drawing/2014/main" val="2571740582"/>
                    </a:ext>
                  </a:extLst>
                </a:gridCol>
                <a:gridCol w="808254">
                  <a:extLst>
                    <a:ext uri="{9D8B030D-6E8A-4147-A177-3AD203B41FA5}">
                      <a16:colId xmlns:a16="http://schemas.microsoft.com/office/drawing/2014/main" val="3036159252"/>
                    </a:ext>
                  </a:extLst>
                </a:gridCol>
                <a:gridCol w="808254">
                  <a:extLst>
                    <a:ext uri="{9D8B030D-6E8A-4147-A177-3AD203B41FA5}">
                      <a16:colId xmlns:a16="http://schemas.microsoft.com/office/drawing/2014/main" val="2578476638"/>
                    </a:ext>
                  </a:extLst>
                </a:gridCol>
              </a:tblGrid>
              <a:tr h="1019462">
                <a:tc>
                  <a:txBody>
                    <a:bodyPr/>
                    <a:lstStyle/>
                    <a:p>
                      <a:r>
                        <a:rPr lang="en-US" sz="1200"/>
                        <a:t>( 1 – 5 )</a:t>
                      </a:r>
                    </a:p>
                    <a:p>
                      <a:pPr lvl="0">
                        <a:buNone/>
                      </a:pPr>
                      <a:r>
                        <a:rPr lang="en-US" sz="1200"/>
                        <a:t>1 is worst, 5 is best</a:t>
                      </a:r>
                    </a:p>
                  </a:txBody>
                  <a:tcPr/>
                </a:tc>
                <a:tc>
                  <a:txBody>
                    <a:bodyPr/>
                    <a:lstStyle/>
                    <a:p>
                      <a:pPr lvl="0">
                        <a:buNone/>
                      </a:pPr>
                      <a:r>
                        <a:rPr lang="en-US" sz="1200">
                          <a:hlinkClick r:id="rId3"/>
                        </a:rPr>
                        <a:t>Adafruit Temp and Humidity</a:t>
                      </a:r>
                      <a:endParaRPr lang="en-US" sz="1200"/>
                    </a:p>
                  </a:txBody>
                  <a:tcPr/>
                </a:tc>
                <a:tc>
                  <a:txBody>
                    <a:bodyPr/>
                    <a:lstStyle/>
                    <a:p>
                      <a:r>
                        <a:rPr lang="en-US" sz="1200">
                          <a:hlinkClick r:id="rId4"/>
                        </a:rPr>
                        <a:t>AdaFruit Temp, Humidity, Pressure</a:t>
                      </a:r>
                    </a:p>
                  </a:txBody>
                  <a:tcPr/>
                </a:tc>
                <a:tc>
                  <a:txBody>
                    <a:bodyPr/>
                    <a:lstStyle/>
                    <a:p>
                      <a:r>
                        <a:rPr lang="en-US" sz="1200">
                          <a:hlinkClick r:id="rId5"/>
                        </a:rPr>
                        <a:t>Ada fruit Temp</a:t>
                      </a:r>
                      <a:endParaRPr lang="en-US" sz="1200"/>
                    </a:p>
                  </a:txBody>
                  <a:tcPr/>
                </a:tc>
                <a:tc>
                  <a:txBody>
                    <a:bodyPr/>
                    <a:lstStyle/>
                    <a:p>
                      <a:pPr lvl="0">
                        <a:buNone/>
                      </a:pPr>
                      <a:r>
                        <a:rPr lang="en-US" sz="1200" u="none" strike="noStrike" noProof="0">
                          <a:hlinkClick r:id="rId6"/>
                        </a:rPr>
                        <a:t>Solar radiation</a:t>
                      </a:r>
                      <a:endParaRPr lang="en-US" sz="1200" u="none" strike="noStrike" noProof="0"/>
                    </a:p>
                  </a:txBody>
                  <a:tcPr/>
                </a:tc>
                <a:tc>
                  <a:txBody>
                    <a:bodyPr/>
                    <a:lstStyle/>
                    <a:p>
                      <a:r>
                        <a:rPr lang="en-US" sz="1200">
                          <a:hlinkClick r:id="rId7"/>
                        </a:rPr>
                        <a:t>Ambient Light</a:t>
                      </a:r>
                      <a:endParaRPr lang="en-US" sz="1200"/>
                    </a:p>
                  </a:txBody>
                  <a:tcPr/>
                </a:tc>
                <a:tc>
                  <a:txBody>
                    <a:bodyPr/>
                    <a:lstStyle/>
                    <a:p>
                      <a:r>
                        <a:rPr lang="en-US" sz="1200">
                          <a:hlinkClick r:id="rId8"/>
                        </a:rPr>
                        <a:t>Soil Temp and Moisture</a:t>
                      </a:r>
                      <a:endParaRPr lang="en-US" sz="1200"/>
                    </a:p>
                  </a:txBody>
                  <a:tcPr/>
                </a:tc>
                <a:tc>
                  <a:txBody>
                    <a:bodyPr/>
                    <a:lstStyle/>
                    <a:p>
                      <a:r>
                        <a:rPr lang="en-US" sz="1200">
                          <a:hlinkClick r:id="rId9"/>
                        </a:rPr>
                        <a:t>Adafruit soil temp</a:t>
                      </a:r>
                      <a:endParaRPr lang="en-US" sz="1200"/>
                    </a:p>
                  </a:txBody>
                  <a:tcPr/>
                </a:tc>
                <a:tc>
                  <a:txBody>
                    <a:bodyPr/>
                    <a:lstStyle/>
                    <a:p>
                      <a:r>
                        <a:rPr lang="en-US" sz="1200">
                          <a:hlinkClick r:id="rId10"/>
                        </a:rPr>
                        <a:t>Adafruit Air Quality</a:t>
                      </a:r>
                      <a:endParaRPr lang="en-US" sz="1200"/>
                    </a:p>
                  </a:txBody>
                  <a:tcPr/>
                </a:tc>
                <a:tc>
                  <a:txBody>
                    <a:bodyPr/>
                    <a:lstStyle/>
                    <a:p>
                      <a:pPr lvl="0">
                        <a:buNone/>
                      </a:pPr>
                      <a:r>
                        <a:rPr lang="en-US" sz="1200" u="none" strike="noStrike" noProof="0">
                          <a:hlinkClick r:id="rId11"/>
                        </a:rPr>
                        <a:t>Adafruit Air Quality stemma</a:t>
                      </a:r>
                      <a:endParaRPr lang="en-US" sz="1200" u="none" strike="noStrike" noProof="0"/>
                    </a:p>
                  </a:txBody>
                  <a:tcPr/>
                </a:tc>
                <a:extLst>
                  <a:ext uri="{0D108BD9-81ED-4DB2-BD59-A6C34878D82A}">
                    <a16:rowId xmlns:a16="http://schemas.microsoft.com/office/drawing/2014/main" val="3248140891"/>
                  </a:ext>
                </a:extLst>
              </a:tr>
              <a:tr h="478523">
                <a:tc>
                  <a:txBody>
                    <a:bodyPr/>
                    <a:lstStyle/>
                    <a:p>
                      <a:r>
                        <a:rPr lang="en-US" sz="1200"/>
                        <a:t>Price</a:t>
                      </a:r>
                    </a:p>
                  </a:txBody>
                  <a:tcPr/>
                </a:tc>
                <a:tc>
                  <a:txBody>
                    <a:bodyPr/>
                    <a:lstStyle/>
                    <a:p>
                      <a:pPr lvl="0">
                        <a:buNone/>
                      </a:pPr>
                      <a:r>
                        <a:rPr lang="en-US" sz="1400"/>
                        <a:t>3</a:t>
                      </a:r>
                    </a:p>
                  </a:txBody>
                  <a:tcPr/>
                </a:tc>
                <a:tc>
                  <a:txBody>
                    <a:bodyPr/>
                    <a:lstStyle/>
                    <a:p>
                      <a:r>
                        <a:rPr lang="en-US"/>
                        <a:t>2</a:t>
                      </a:r>
                    </a:p>
                  </a:txBody>
                  <a:tcPr/>
                </a:tc>
                <a:tc>
                  <a:txBody>
                    <a:bodyPr/>
                    <a:lstStyle/>
                    <a:p>
                      <a:r>
                        <a:rPr lang="en-US"/>
                        <a:t>4</a:t>
                      </a:r>
                    </a:p>
                  </a:txBody>
                  <a:tcPr/>
                </a:tc>
                <a:tc>
                  <a:txBody>
                    <a:bodyPr/>
                    <a:lstStyle/>
                    <a:p>
                      <a:r>
                        <a:rPr lang="en-US"/>
                        <a:t>1</a:t>
                      </a:r>
                    </a:p>
                  </a:txBody>
                  <a:tcPr/>
                </a:tc>
                <a:tc>
                  <a:txBody>
                    <a:bodyPr/>
                    <a:lstStyle/>
                    <a:p>
                      <a:r>
                        <a:rPr lang="en-US"/>
                        <a:t>4</a:t>
                      </a:r>
                    </a:p>
                  </a:txBody>
                  <a:tcPr/>
                </a:tc>
                <a:tc>
                  <a:txBody>
                    <a:bodyPr/>
                    <a:lstStyle/>
                    <a:p>
                      <a:r>
                        <a:rPr lang="en-US"/>
                        <a:t>3</a:t>
                      </a:r>
                    </a:p>
                  </a:txBody>
                  <a:tcPr/>
                </a:tc>
                <a:tc>
                  <a:txBody>
                    <a:bodyPr/>
                    <a:lstStyle/>
                    <a:p>
                      <a:r>
                        <a:rPr lang="en-US"/>
                        <a:t>5</a:t>
                      </a:r>
                    </a:p>
                  </a:txBody>
                  <a:tcPr/>
                </a:tc>
                <a:tc>
                  <a:txBody>
                    <a:bodyPr/>
                    <a:lstStyle/>
                    <a:p>
                      <a:r>
                        <a:rPr lang="en-US"/>
                        <a:t>2</a:t>
                      </a:r>
                    </a:p>
                  </a:txBody>
                  <a:tcPr/>
                </a:tc>
                <a:tc>
                  <a:txBody>
                    <a:bodyPr/>
                    <a:lstStyle/>
                    <a:p>
                      <a:r>
                        <a:rPr lang="en-US"/>
                        <a:t>4</a:t>
                      </a:r>
                    </a:p>
                  </a:txBody>
                  <a:tcPr/>
                </a:tc>
                <a:extLst>
                  <a:ext uri="{0D108BD9-81ED-4DB2-BD59-A6C34878D82A}">
                    <a16:rowId xmlns:a16="http://schemas.microsoft.com/office/drawing/2014/main" val="784565074"/>
                  </a:ext>
                </a:extLst>
              </a:tr>
              <a:tr h="624160">
                <a:tc>
                  <a:txBody>
                    <a:bodyPr/>
                    <a:lstStyle/>
                    <a:p>
                      <a:r>
                        <a:rPr lang="en-US" sz="1200"/>
                        <a:t>Durability </a:t>
                      </a:r>
                      <a:endParaRPr lang="en-US" sz="1200" err="1"/>
                    </a:p>
                  </a:txBody>
                  <a:tcPr/>
                </a:tc>
                <a:tc>
                  <a:txBody>
                    <a:bodyPr/>
                    <a:lstStyle/>
                    <a:p>
                      <a:pPr lvl="0">
                        <a:buNone/>
                      </a:pPr>
                      <a:r>
                        <a:rPr lang="en-US" sz="1400"/>
                        <a:t>3</a:t>
                      </a:r>
                    </a:p>
                  </a:txBody>
                  <a:tcPr/>
                </a:tc>
                <a:tc>
                  <a:txBody>
                    <a:bodyPr/>
                    <a:lstStyle/>
                    <a:p>
                      <a:r>
                        <a:rPr lang="en-US"/>
                        <a:t>3</a:t>
                      </a:r>
                    </a:p>
                  </a:txBody>
                  <a:tcPr/>
                </a:tc>
                <a:tc>
                  <a:txBody>
                    <a:bodyPr/>
                    <a:lstStyle/>
                    <a:p>
                      <a:r>
                        <a:rPr lang="en-US"/>
                        <a:t>3</a:t>
                      </a:r>
                    </a:p>
                  </a:txBody>
                  <a:tcPr/>
                </a:tc>
                <a:tc>
                  <a:txBody>
                    <a:bodyPr/>
                    <a:lstStyle/>
                    <a:p>
                      <a:r>
                        <a:rPr lang="en-US"/>
                        <a:t>3</a:t>
                      </a:r>
                    </a:p>
                  </a:txBody>
                  <a:tcPr/>
                </a:tc>
                <a:tc>
                  <a:txBody>
                    <a:bodyPr/>
                    <a:lstStyle/>
                    <a:p>
                      <a:r>
                        <a:rPr lang="en-US"/>
                        <a:t>3</a:t>
                      </a:r>
                    </a:p>
                  </a:txBody>
                  <a:tcPr/>
                </a:tc>
                <a:tc>
                  <a:txBody>
                    <a:bodyPr/>
                    <a:lstStyle/>
                    <a:p>
                      <a:r>
                        <a:rPr lang="en-US"/>
                        <a:t>5</a:t>
                      </a:r>
                    </a:p>
                  </a:txBody>
                  <a:tcPr/>
                </a:tc>
                <a:tc>
                  <a:txBody>
                    <a:bodyPr/>
                    <a:lstStyle/>
                    <a:p>
                      <a:r>
                        <a:rPr lang="en-US"/>
                        <a:t>2</a:t>
                      </a:r>
                    </a:p>
                  </a:txBody>
                  <a:tcPr/>
                </a:tc>
                <a:tc>
                  <a:txBody>
                    <a:bodyPr/>
                    <a:lstStyle/>
                    <a:p>
                      <a:r>
                        <a:rPr lang="en-US"/>
                        <a:t>3</a:t>
                      </a:r>
                    </a:p>
                  </a:txBody>
                  <a:tcPr/>
                </a:tc>
                <a:tc>
                  <a:txBody>
                    <a:bodyPr/>
                    <a:lstStyle/>
                    <a:p>
                      <a:r>
                        <a:rPr lang="en-US"/>
                        <a:t>3</a:t>
                      </a:r>
                    </a:p>
                  </a:txBody>
                  <a:tcPr/>
                </a:tc>
                <a:extLst>
                  <a:ext uri="{0D108BD9-81ED-4DB2-BD59-A6C34878D82A}">
                    <a16:rowId xmlns:a16="http://schemas.microsoft.com/office/drawing/2014/main" val="3768230173"/>
                  </a:ext>
                </a:extLst>
              </a:tr>
              <a:tr h="644966">
                <a:tc>
                  <a:txBody>
                    <a:bodyPr/>
                    <a:lstStyle/>
                    <a:p>
                      <a:r>
                        <a:rPr lang="en-US" sz="1200"/>
                        <a:t>Accuracy</a:t>
                      </a:r>
                    </a:p>
                  </a:txBody>
                  <a:tcPr/>
                </a:tc>
                <a:tc>
                  <a:txBody>
                    <a:bodyPr/>
                    <a:lstStyle/>
                    <a:p>
                      <a:pPr lvl="0">
                        <a:buNone/>
                      </a:pPr>
                      <a:r>
                        <a:rPr lang="en-US" sz="1400"/>
                        <a:t>3</a:t>
                      </a:r>
                    </a:p>
                  </a:txBody>
                  <a:tcPr/>
                </a:tc>
                <a:tc>
                  <a:txBody>
                    <a:bodyPr/>
                    <a:lstStyle/>
                    <a:p>
                      <a:r>
                        <a:rPr lang="en-US"/>
                        <a:t>1</a:t>
                      </a:r>
                    </a:p>
                  </a:txBody>
                  <a:tcPr/>
                </a:tc>
                <a:tc>
                  <a:txBody>
                    <a:bodyPr/>
                    <a:lstStyle/>
                    <a:p>
                      <a:r>
                        <a:rPr lang="en-US"/>
                        <a:t>4</a:t>
                      </a:r>
                    </a:p>
                  </a:txBody>
                  <a:tcPr/>
                </a:tc>
                <a:tc>
                  <a:txBody>
                    <a:bodyPr/>
                    <a:lstStyle/>
                    <a:p>
                      <a:r>
                        <a:rPr lang="en-US"/>
                        <a:t>5</a:t>
                      </a:r>
                    </a:p>
                  </a:txBody>
                  <a:tcPr/>
                </a:tc>
                <a:tc>
                  <a:txBody>
                    <a:bodyPr/>
                    <a:lstStyle/>
                    <a:p>
                      <a:r>
                        <a:rPr lang="en-US"/>
                        <a:t>5</a:t>
                      </a:r>
                    </a:p>
                  </a:txBody>
                  <a:tcPr/>
                </a:tc>
                <a:tc>
                  <a:txBody>
                    <a:bodyPr/>
                    <a:lstStyle/>
                    <a:p>
                      <a:r>
                        <a:rPr lang="en-US"/>
                        <a:t>5</a:t>
                      </a:r>
                    </a:p>
                  </a:txBody>
                  <a:tcPr/>
                </a:tc>
                <a:tc>
                  <a:txBody>
                    <a:bodyPr/>
                    <a:lstStyle/>
                    <a:p>
                      <a:r>
                        <a:rPr lang="en-US"/>
                        <a:t>2</a:t>
                      </a:r>
                    </a:p>
                  </a:txBody>
                  <a:tcPr/>
                </a:tc>
                <a:tc>
                  <a:txBody>
                    <a:bodyPr/>
                    <a:lstStyle/>
                    <a:p>
                      <a:r>
                        <a:rPr lang="en-US"/>
                        <a:t>3</a:t>
                      </a:r>
                    </a:p>
                  </a:txBody>
                  <a:tcPr/>
                </a:tc>
                <a:tc>
                  <a:txBody>
                    <a:bodyPr/>
                    <a:lstStyle/>
                    <a:p>
                      <a:r>
                        <a:rPr lang="en-US"/>
                        <a:t>2</a:t>
                      </a:r>
                    </a:p>
                  </a:txBody>
                  <a:tcPr/>
                </a:tc>
                <a:extLst>
                  <a:ext uri="{0D108BD9-81ED-4DB2-BD59-A6C34878D82A}">
                    <a16:rowId xmlns:a16="http://schemas.microsoft.com/office/drawing/2014/main" val="1457191742"/>
                  </a:ext>
                </a:extLst>
              </a:tr>
              <a:tr h="707382">
                <a:tc>
                  <a:txBody>
                    <a:bodyPr/>
                    <a:lstStyle/>
                    <a:p>
                      <a:r>
                        <a:rPr lang="en-US" sz="1200"/>
                        <a:t>Connectivity</a:t>
                      </a:r>
                    </a:p>
                  </a:txBody>
                  <a:tcPr/>
                </a:tc>
                <a:tc>
                  <a:txBody>
                    <a:bodyPr/>
                    <a:lstStyle/>
                    <a:p>
                      <a:pPr lvl="0">
                        <a:buNone/>
                      </a:pPr>
                      <a:r>
                        <a:rPr lang="en-US" sz="1400"/>
                        <a:t>5</a:t>
                      </a:r>
                    </a:p>
                  </a:txBody>
                  <a:tcPr/>
                </a:tc>
                <a:tc>
                  <a:txBody>
                    <a:bodyPr/>
                    <a:lstStyle/>
                    <a:p>
                      <a:r>
                        <a:rPr lang="en-US"/>
                        <a:t>5</a:t>
                      </a:r>
                    </a:p>
                  </a:txBody>
                  <a:tcPr/>
                </a:tc>
                <a:tc>
                  <a:txBody>
                    <a:bodyPr/>
                    <a:lstStyle/>
                    <a:p>
                      <a:r>
                        <a:rPr lang="en-US"/>
                        <a:t>5</a:t>
                      </a:r>
                    </a:p>
                  </a:txBody>
                  <a:tcPr/>
                </a:tc>
                <a:tc>
                  <a:txBody>
                    <a:bodyPr/>
                    <a:lstStyle/>
                    <a:p>
                      <a:r>
                        <a:rPr lang="en-US"/>
                        <a:t>2</a:t>
                      </a:r>
                    </a:p>
                  </a:txBody>
                  <a:tcPr/>
                </a:tc>
                <a:tc>
                  <a:txBody>
                    <a:bodyPr/>
                    <a:lstStyle/>
                    <a:p>
                      <a:r>
                        <a:rPr lang="en-US"/>
                        <a:t>2</a:t>
                      </a:r>
                    </a:p>
                  </a:txBody>
                  <a:tcPr/>
                </a:tc>
                <a:tc>
                  <a:txBody>
                    <a:bodyPr/>
                    <a:lstStyle/>
                    <a:p>
                      <a:r>
                        <a:rPr lang="en-US"/>
                        <a:t>5</a:t>
                      </a:r>
                    </a:p>
                  </a:txBody>
                  <a:tcPr/>
                </a:tc>
                <a:tc>
                  <a:txBody>
                    <a:bodyPr/>
                    <a:lstStyle/>
                    <a:p>
                      <a:r>
                        <a:rPr lang="en-US"/>
                        <a:t>5</a:t>
                      </a:r>
                    </a:p>
                  </a:txBody>
                  <a:tcPr/>
                </a:tc>
                <a:tc>
                  <a:txBody>
                    <a:bodyPr/>
                    <a:lstStyle/>
                    <a:p>
                      <a:r>
                        <a:rPr lang="en-US"/>
                        <a:t>5</a:t>
                      </a:r>
                    </a:p>
                  </a:txBody>
                  <a:tcPr/>
                </a:tc>
                <a:tc>
                  <a:txBody>
                    <a:bodyPr/>
                    <a:lstStyle/>
                    <a:p>
                      <a:r>
                        <a:rPr lang="en-US"/>
                        <a:t>5</a:t>
                      </a:r>
                    </a:p>
                  </a:txBody>
                  <a:tcPr/>
                </a:tc>
                <a:extLst>
                  <a:ext uri="{0D108BD9-81ED-4DB2-BD59-A6C34878D82A}">
                    <a16:rowId xmlns:a16="http://schemas.microsoft.com/office/drawing/2014/main" val="3555452104"/>
                  </a:ext>
                </a:extLst>
              </a:tr>
              <a:tr h="592952">
                <a:tc>
                  <a:txBody>
                    <a:bodyPr/>
                    <a:lstStyle/>
                    <a:p>
                      <a:pPr lvl="0">
                        <a:buNone/>
                      </a:pPr>
                      <a:r>
                        <a:rPr lang="en-US" sz="1200"/>
                        <a:t>Combination</a:t>
                      </a:r>
                      <a:endParaRPr lang="en-US" sz="1200" err="1"/>
                    </a:p>
                  </a:txBody>
                  <a:tcPr/>
                </a:tc>
                <a:tc>
                  <a:txBody>
                    <a:bodyPr/>
                    <a:lstStyle/>
                    <a:p>
                      <a:pPr lvl="0">
                        <a:buNone/>
                      </a:pPr>
                      <a:r>
                        <a:rPr lang="en-US" sz="1400"/>
                        <a:t>3</a:t>
                      </a:r>
                    </a:p>
                  </a:txBody>
                  <a:tcPr/>
                </a:tc>
                <a:tc>
                  <a:txBody>
                    <a:bodyPr/>
                    <a:lstStyle/>
                    <a:p>
                      <a:pPr lvl="0">
                        <a:buNone/>
                      </a:pPr>
                      <a:r>
                        <a:rPr lang="en-US"/>
                        <a:t>5</a:t>
                      </a:r>
                    </a:p>
                  </a:txBody>
                  <a:tcPr/>
                </a:tc>
                <a:tc>
                  <a:txBody>
                    <a:bodyPr/>
                    <a:lstStyle/>
                    <a:p>
                      <a:pPr lvl="0">
                        <a:buNone/>
                      </a:pPr>
                      <a:r>
                        <a:rPr lang="en-US"/>
                        <a:t>2</a:t>
                      </a:r>
                    </a:p>
                  </a:txBody>
                  <a:tcPr/>
                </a:tc>
                <a:tc>
                  <a:txBody>
                    <a:bodyPr/>
                    <a:lstStyle/>
                    <a:p>
                      <a:pPr lvl="0">
                        <a:buNone/>
                      </a:pPr>
                      <a:r>
                        <a:rPr lang="en-US"/>
                        <a:t>1</a:t>
                      </a:r>
                    </a:p>
                  </a:txBody>
                  <a:tcPr/>
                </a:tc>
                <a:tc>
                  <a:txBody>
                    <a:bodyPr/>
                    <a:lstStyle/>
                    <a:p>
                      <a:pPr lvl="0">
                        <a:buNone/>
                      </a:pPr>
                      <a:r>
                        <a:rPr lang="en-US"/>
                        <a:t>1</a:t>
                      </a:r>
                    </a:p>
                  </a:txBody>
                  <a:tcPr/>
                </a:tc>
                <a:tc>
                  <a:txBody>
                    <a:bodyPr/>
                    <a:lstStyle/>
                    <a:p>
                      <a:pPr lvl="0">
                        <a:buNone/>
                      </a:pPr>
                      <a:r>
                        <a:rPr lang="en-US"/>
                        <a:t>5</a:t>
                      </a:r>
                    </a:p>
                  </a:txBody>
                  <a:tcPr/>
                </a:tc>
                <a:tc>
                  <a:txBody>
                    <a:bodyPr/>
                    <a:lstStyle/>
                    <a:p>
                      <a:pPr lvl="0">
                        <a:buNone/>
                      </a:pPr>
                      <a:r>
                        <a:rPr lang="en-US"/>
                        <a:t>5</a:t>
                      </a:r>
                    </a:p>
                  </a:txBody>
                  <a:tcPr/>
                </a:tc>
                <a:tc>
                  <a:txBody>
                    <a:bodyPr/>
                    <a:lstStyle/>
                    <a:p>
                      <a:pPr lvl="0">
                        <a:buNone/>
                      </a:pPr>
                      <a:r>
                        <a:rPr lang="en-US"/>
                        <a:t>1</a:t>
                      </a:r>
                    </a:p>
                  </a:txBody>
                  <a:tcPr/>
                </a:tc>
                <a:tc>
                  <a:txBody>
                    <a:bodyPr/>
                    <a:lstStyle/>
                    <a:p>
                      <a:pPr lvl="0">
                        <a:buNone/>
                      </a:pPr>
                      <a:r>
                        <a:rPr lang="en-US"/>
                        <a:t>1</a:t>
                      </a:r>
                    </a:p>
                  </a:txBody>
                  <a:tcPr/>
                </a:tc>
                <a:extLst>
                  <a:ext uri="{0D108BD9-81ED-4DB2-BD59-A6C34878D82A}">
                    <a16:rowId xmlns:a16="http://schemas.microsoft.com/office/drawing/2014/main" val="882984195"/>
                  </a:ext>
                </a:extLst>
              </a:tr>
              <a:tr h="676174">
                <a:tc>
                  <a:txBody>
                    <a:bodyPr/>
                    <a:lstStyle/>
                    <a:p>
                      <a:pPr lvl="0">
                        <a:buNone/>
                      </a:pPr>
                      <a:r>
                        <a:rPr lang="en-US" sz="1200"/>
                        <a:t>Total Score</a:t>
                      </a:r>
                    </a:p>
                  </a:txBody>
                  <a:tcPr/>
                </a:tc>
                <a:tc>
                  <a:txBody>
                    <a:bodyPr/>
                    <a:lstStyle/>
                    <a:p>
                      <a:pPr lvl="0">
                        <a:buNone/>
                      </a:pPr>
                      <a:r>
                        <a:rPr lang="en-US" sz="1400"/>
                        <a:t>17</a:t>
                      </a:r>
                    </a:p>
                  </a:txBody>
                  <a:tcPr/>
                </a:tc>
                <a:tc>
                  <a:txBody>
                    <a:bodyPr/>
                    <a:lstStyle/>
                    <a:p>
                      <a:pPr lvl="0">
                        <a:buNone/>
                      </a:pPr>
                      <a:r>
                        <a:rPr lang="en-US"/>
                        <a:t>16</a:t>
                      </a:r>
                    </a:p>
                  </a:txBody>
                  <a:tcPr/>
                </a:tc>
                <a:tc>
                  <a:txBody>
                    <a:bodyPr/>
                    <a:lstStyle/>
                    <a:p>
                      <a:pPr lvl="0">
                        <a:buNone/>
                      </a:pPr>
                      <a:r>
                        <a:rPr lang="en-US">
                          <a:highlight>
                            <a:srgbClr val="FFFF00"/>
                          </a:highlight>
                        </a:rPr>
                        <a:t>18</a:t>
                      </a:r>
                    </a:p>
                  </a:txBody>
                  <a:tcPr/>
                </a:tc>
                <a:tc>
                  <a:txBody>
                    <a:bodyPr/>
                    <a:lstStyle/>
                    <a:p>
                      <a:pPr lvl="0">
                        <a:buNone/>
                      </a:pPr>
                      <a:r>
                        <a:rPr lang="en-US"/>
                        <a:t>12</a:t>
                      </a:r>
                    </a:p>
                  </a:txBody>
                  <a:tcPr/>
                </a:tc>
                <a:tc>
                  <a:txBody>
                    <a:bodyPr/>
                    <a:lstStyle/>
                    <a:p>
                      <a:pPr lvl="0">
                        <a:buNone/>
                      </a:pPr>
                      <a:r>
                        <a:rPr lang="en-US">
                          <a:highlight>
                            <a:srgbClr val="FFFF00"/>
                          </a:highlight>
                        </a:rPr>
                        <a:t>15</a:t>
                      </a:r>
                    </a:p>
                  </a:txBody>
                  <a:tcPr/>
                </a:tc>
                <a:tc>
                  <a:txBody>
                    <a:bodyPr/>
                    <a:lstStyle/>
                    <a:p>
                      <a:pPr lvl="0">
                        <a:buNone/>
                      </a:pPr>
                      <a:r>
                        <a:rPr lang="en-US">
                          <a:highlight>
                            <a:srgbClr val="FFFF00"/>
                          </a:highlight>
                        </a:rPr>
                        <a:t>23</a:t>
                      </a:r>
                    </a:p>
                  </a:txBody>
                  <a:tcPr/>
                </a:tc>
                <a:tc>
                  <a:txBody>
                    <a:bodyPr/>
                    <a:lstStyle/>
                    <a:p>
                      <a:pPr lvl="0">
                        <a:buNone/>
                      </a:pPr>
                      <a:r>
                        <a:rPr lang="en-US"/>
                        <a:t>19</a:t>
                      </a:r>
                    </a:p>
                  </a:txBody>
                  <a:tcPr/>
                </a:tc>
                <a:tc>
                  <a:txBody>
                    <a:bodyPr/>
                    <a:lstStyle/>
                    <a:p>
                      <a:pPr lvl="0">
                        <a:buNone/>
                      </a:pPr>
                      <a:r>
                        <a:rPr lang="en-US"/>
                        <a:t>14</a:t>
                      </a:r>
                    </a:p>
                  </a:txBody>
                  <a:tcPr/>
                </a:tc>
                <a:tc>
                  <a:txBody>
                    <a:bodyPr/>
                    <a:lstStyle/>
                    <a:p>
                      <a:pPr lvl="0">
                        <a:buNone/>
                      </a:pPr>
                      <a:r>
                        <a:rPr lang="en-US">
                          <a:highlight>
                            <a:srgbClr val="FFFF00"/>
                          </a:highlight>
                        </a:rPr>
                        <a:t>15</a:t>
                      </a:r>
                    </a:p>
                  </a:txBody>
                  <a:tcPr/>
                </a:tc>
                <a:extLst>
                  <a:ext uri="{0D108BD9-81ED-4DB2-BD59-A6C34878D82A}">
                    <a16:rowId xmlns:a16="http://schemas.microsoft.com/office/drawing/2014/main" val="433030238"/>
                  </a:ext>
                </a:extLst>
              </a:tr>
            </a:tbl>
          </a:graphicData>
        </a:graphic>
      </p:graphicFrame>
    </p:spTree>
    <p:extLst>
      <p:ext uri="{BB962C8B-B14F-4D97-AF65-F5344CB8AC3E}">
        <p14:creationId xmlns:p14="http://schemas.microsoft.com/office/powerpoint/2010/main" val="1435323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38B6E-1C9A-A9A0-EF77-583C85497D5D}"/>
              </a:ext>
            </a:extLst>
          </p:cNvPr>
          <p:cNvSpPr>
            <a:spLocks noGrp="1"/>
          </p:cNvSpPr>
          <p:nvPr>
            <p:ph type="title"/>
          </p:nvPr>
        </p:nvSpPr>
        <p:spPr>
          <a:xfrm>
            <a:off x="457198" y="375910"/>
            <a:ext cx="8229600" cy="1143000"/>
          </a:xfrm>
        </p:spPr>
        <p:txBody>
          <a:bodyPr/>
          <a:lstStyle/>
          <a:p>
            <a:r>
              <a:rPr lang="en-US"/>
              <a:t>Decision Matrix Sensor Build Types</a:t>
            </a:r>
          </a:p>
        </p:txBody>
      </p:sp>
      <p:graphicFrame>
        <p:nvGraphicFramePr>
          <p:cNvPr id="4" name="Content Placeholder 3">
            <a:extLst>
              <a:ext uri="{FF2B5EF4-FFF2-40B4-BE49-F238E27FC236}">
                <a16:creationId xmlns:a16="http://schemas.microsoft.com/office/drawing/2014/main" id="{B28D1221-B602-40F5-373F-8646F6226B09}"/>
              </a:ext>
            </a:extLst>
          </p:cNvPr>
          <p:cNvGraphicFramePr>
            <a:graphicFrameLocks/>
          </p:cNvGraphicFramePr>
          <p:nvPr>
            <p:extLst>
              <p:ext uri="{D42A27DB-BD31-4B8C-83A1-F6EECF244321}">
                <p14:modId xmlns:p14="http://schemas.microsoft.com/office/powerpoint/2010/main" val="1748881186"/>
              </p:ext>
            </p:extLst>
          </p:nvPr>
        </p:nvGraphicFramePr>
        <p:xfrm>
          <a:off x="0" y="1295775"/>
          <a:ext cx="9144000" cy="4049671"/>
        </p:xfrm>
        <a:graphic>
          <a:graphicData uri="http://schemas.openxmlformats.org/drawingml/2006/table">
            <a:tbl>
              <a:tblPr firstRow="1" bandRow="1">
                <a:tableStyleId>{5C22544A-7EE6-4342-B048-85BDC9FD1C3A}</a:tableStyleId>
              </a:tblPr>
              <a:tblGrid>
                <a:gridCol w="914399">
                  <a:extLst>
                    <a:ext uri="{9D8B030D-6E8A-4147-A177-3AD203B41FA5}">
                      <a16:colId xmlns:a16="http://schemas.microsoft.com/office/drawing/2014/main" val="3486442109"/>
                    </a:ext>
                  </a:extLst>
                </a:gridCol>
                <a:gridCol w="1078993">
                  <a:extLst>
                    <a:ext uri="{9D8B030D-6E8A-4147-A177-3AD203B41FA5}">
                      <a16:colId xmlns:a16="http://schemas.microsoft.com/office/drawing/2014/main" val="2555616108"/>
                    </a:ext>
                  </a:extLst>
                </a:gridCol>
                <a:gridCol w="1033086">
                  <a:extLst>
                    <a:ext uri="{9D8B030D-6E8A-4147-A177-3AD203B41FA5}">
                      <a16:colId xmlns:a16="http://schemas.microsoft.com/office/drawing/2014/main" val="1311318755"/>
                    </a:ext>
                  </a:extLst>
                </a:gridCol>
                <a:gridCol w="987738">
                  <a:extLst>
                    <a:ext uri="{9D8B030D-6E8A-4147-A177-3AD203B41FA5}">
                      <a16:colId xmlns:a16="http://schemas.microsoft.com/office/drawing/2014/main" val="2304122708"/>
                    </a:ext>
                  </a:extLst>
                </a:gridCol>
                <a:gridCol w="1159044">
                  <a:extLst>
                    <a:ext uri="{9D8B030D-6E8A-4147-A177-3AD203B41FA5}">
                      <a16:colId xmlns:a16="http://schemas.microsoft.com/office/drawing/2014/main" val="662067378"/>
                    </a:ext>
                  </a:extLst>
                </a:gridCol>
                <a:gridCol w="1139482">
                  <a:extLst>
                    <a:ext uri="{9D8B030D-6E8A-4147-A177-3AD203B41FA5}">
                      <a16:colId xmlns:a16="http://schemas.microsoft.com/office/drawing/2014/main" val="2897902133"/>
                    </a:ext>
                  </a:extLst>
                </a:gridCol>
                <a:gridCol w="813606">
                  <a:extLst>
                    <a:ext uri="{9D8B030D-6E8A-4147-A177-3AD203B41FA5}">
                      <a16:colId xmlns:a16="http://schemas.microsoft.com/office/drawing/2014/main" val="1251578843"/>
                    </a:ext>
                  </a:extLst>
                </a:gridCol>
                <a:gridCol w="1008826">
                  <a:extLst>
                    <a:ext uri="{9D8B030D-6E8A-4147-A177-3AD203B41FA5}">
                      <a16:colId xmlns:a16="http://schemas.microsoft.com/office/drawing/2014/main" val="2425454643"/>
                    </a:ext>
                  </a:extLst>
                </a:gridCol>
                <a:gridCol w="1008826">
                  <a:extLst>
                    <a:ext uri="{9D8B030D-6E8A-4147-A177-3AD203B41FA5}">
                      <a16:colId xmlns:a16="http://schemas.microsoft.com/office/drawing/2014/main" val="1936515462"/>
                    </a:ext>
                  </a:extLst>
                </a:gridCol>
              </a:tblGrid>
              <a:tr h="719812">
                <a:tc>
                  <a:txBody>
                    <a:bodyPr/>
                    <a:lstStyle/>
                    <a:p>
                      <a:r>
                        <a:rPr lang="en-US" sz="1200"/>
                        <a:t>Criteria</a:t>
                      </a:r>
                    </a:p>
                  </a:txBody>
                  <a:tcPr/>
                </a:tc>
                <a:tc>
                  <a:txBody>
                    <a:bodyPr/>
                    <a:lstStyle/>
                    <a:p>
                      <a:r>
                        <a:rPr lang="en-US" sz="1200"/>
                        <a:t>Description</a:t>
                      </a:r>
                    </a:p>
                  </a:txBody>
                  <a:tcPr/>
                </a:tc>
                <a:tc>
                  <a:txBody>
                    <a:bodyPr/>
                    <a:lstStyle/>
                    <a:p>
                      <a:r>
                        <a:rPr lang="en-US" sz="1200"/>
                        <a:t>Importance (1-5 scale)</a:t>
                      </a:r>
                    </a:p>
                  </a:txBody>
                  <a:tcPr/>
                </a:tc>
                <a:tc>
                  <a:txBody>
                    <a:bodyPr/>
                    <a:lstStyle/>
                    <a:p>
                      <a:r>
                        <a:rPr lang="en-US" sz="1200"/>
                        <a:t>Pitot Tubes in an X</a:t>
                      </a:r>
                    </a:p>
                  </a:txBody>
                  <a:tcPr/>
                </a:tc>
                <a:tc>
                  <a:txBody>
                    <a:bodyPr/>
                    <a:lstStyle/>
                    <a:p>
                      <a:r>
                        <a:rPr lang="en-US" sz="1200"/>
                        <a:t>Sonar Anemometer</a:t>
                      </a:r>
                    </a:p>
                  </a:txBody>
                  <a:tcPr/>
                </a:tc>
                <a:tc>
                  <a:txBody>
                    <a:bodyPr/>
                    <a:lstStyle/>
                    <a:p>
                      <a:r>
                        <a:rPr lang="en-US" sz="1200"/>
                        <a:t>Ping Pong Ball Anemometer and fin</a:t>
                      </a:r>
                    </a:p>
                  </a:txBody>
                  <a:tcPr/>
                </a:tc>
                <a:tc>
                  <a:txBody>
                    <a:bodyPr/>
                    <a:lstStyle/>
                    <a:p>
                      <a:r>
                        <a:rPr lang="en-US" sz="1200"/>
                        <a:t>Seesaw with weight sensors</a:t>
                      </a:r>
                    </a:p>
                  </a:txBody>
                  <a:tcPr/>
                </a:tc>
                <a:tc>
                  <a:txBody>
                    <a:bodyPr/>
                    <a:lstStyle/>
                    <a:p>
                      <a:r>
                        <a:rPr lang="en-US" sz="1200"/>
                        <a:t>Scale with water dump method</a:t>
                      </a:r>
                    </a:p>
                  </a:txBody>
                  <a:tcPr/>
                </a:tc>
                <a:tc>
                  <a:txBody>
                    <a:bodyPr/>
                    <a:lstStyle/>
                    <a:p>
                      <a:r>
                        <a:rPr lang="en-US" sz="1200"/>
                        <a:t>Liquid Level Sensor</a:t>
                      </a:r>
                    </a:p>
                  </a:txBody>
                  <a:tcPr/>
                </a:tc>
                <a:extLst>
                  <a:ext uri="{0D108BD9-81ED-4DB2-BD59-A6C34878D82A}">
                    <a16:rowId xmlns:a16="http://schemas.microsoft.com/office/drawing/2014/main" val="2821972363"/>
                  </a:ext>
                </a:extLst>
              </a:tr>
              <a:tr h="765604">
                <a:tc>
                  <a:txBody>
                    <a:bodyPr/>
                    <a:lstStyle/>
                    <a:p>
                      <a:r>
                        <a:rPr lang="en-US" sz="1200"/>
                        <a:t>Feasibility</a:t>
                      </a:r>
                    </a:p>
                  </a:txBody>
                  <a:tcPr/>
                </a:tc>
                <a:tc>
                  <a:txBody>
                    <a:bodyPr/>
                    <a:lstStyle/>
                    <a:p>
                      <a:r>
                        <a:rPr lang="en-US" sz="1200"/>
                        <a:t>Is it even possible?</a:t>
                      </a:r>
                    </a:p>
                  </a:txBody>
                  <a:tcPr/>
                </a:tc>
                <a:tc>
                  <a:txBody>
                    <a:bodyPr/>
                    <a:lstStyle/>
                    <a:p>
                      <a:r>
                        <a:rPr lang="en-US" sz="1200"/>
                        <a:t>5</a:t>
                      </a:r>
                    </a:p>
                  </a:txBody>
                  <a:tcPr/>
                </a:tc>
                <a:tc>
                  <a:txBody>
                    <a:bodyPr/>
                    <a:lstStyle/>
                    <a:p>
                      <a:r>
                        <a:rPr lang="en-US" sz="1200"/>
                        <a:t>3</a:t>
                      </a:r>
                    </a:p>
                  </a:txBody>
                  <a:tcPr/>
                </a:tc>
                <a:tc>
                  <a:txBody>
                    <a:bodyPr/>
                    <a:lstStyle/>
                    <a:p>
                      <a:r>
                        <a:rPr lang="en-US" sz="1200"/>
                        <a:t>2</a:t>
                      </a:r>
                    </a:p>
                  </a:txBody>
                  <a:tcPr/>
                </a:tc>
                <a:tc>
                  <a:txBody>
                    <a:bodyPr/>
                    <a:lstStyle/>
                    <a:p>
                      <a:r>
                        <a:rPr lang="en-US" sz="1200"/>
                        <a:t>5</a:t>
                      </a:r>
                    </a:p>
                  </a:txBody>
                  <a:tcPr/>
                </a:tc>
                <a:tc>
                  <a:txBody>
                    <a:bodyPr/>
                    <a:lstStyle/>
                    <a:p>
                      <a:r>
                        <a:rPr lang="en-US" sz="1200"/>
                        <a:t>3</a:t>
                      </a:r>
                    </a:p>
                  </a:txBody>
                  <a:tcPr/>
                </a:tc>
                <a:tc>
                  <a:txBody>
                    <a:bodyPr/>
                    <a:lstStyle/>
                    <a:p>
                      <a:r>
                        <a:rPr lang="en-US" sz="1200"/>
                        <a:t>4</a:t>
                      </a:r>
                    </a:p>
                  </a:txBody>
                  <a:tcPr/>
                </a:tc>
                <a:tc>
                  <a:txBody>
                    <a:bodyPr/>
                    <a:lstStyle/>
                    <a:p>
                      <a:r>
                        <a:rPr lang="en-US" sz="1200"/>
                        <a:t>4</a:t>
                      </a:r>
                    </a:p>
                  </a:txBody>
                  <a:tcPr/>
                </a:tc>
                <a:extLst>
                  <a:ext uri="{0D108BD9-81ED-4DB2-BD59-A6C34878D82A}">
                    <a16:rowId xmlns:a16="http://schemas.microsoft.com/office/drawing/2014/main" val="3691919877"/>
                  </a:ext>
                </a:extLst>
              </a:tr>
              <a:tr h="622899">
                <a:tc>
                  <a:txBody>
                    <a:bodyPr/>
                    <a:lstStyle/>
                    <a:p>
                      <a:r>
                        <a:rPr lang="en-US" sz="1200"/>
                        <a:t>Budget</a:t>
                      </a:r>
                    </a:p>
                  </a:txBody>
                  <a:tcPr/>
                </a:tc>
                <a:tc>
                  <a:txBody>
                    <a:bodyPr/>
                    <a:lstStyle/>
                    <a:p>
                      <a:r>
                        <a:rPr lang="en-US" sz="1200"/>
                        <a:t>Does the design fit our budget?</a:t>
                      </a:r>
                    </a:p>
                  </a:txBody>
                  <a:tcPr/>
                </a:tc>
                <a:tc>
                  <a:txBody>
                    <a:bodyPr/>
                    <a:lstStyle/>
                    <a:p>
                      <a:r>
                        <a:rPr lang="en-US" sz="1200"/>
                        <a:t>5</a:t>
                      </a:r>
                    </a:p>
                  </a:txBody>
                  <a:tcPr/>
                </a:tc>
                <a:tc>
                  <a:txBody>
                    <a:bodyPr/>
                    <a:lstStyle/>
                    <a:p>
                      <a:r>
                        <a:rPr lang="en-US" sz="1200"/>
                        <a:t>3</a:t>
                      </a:r>
                    </a:p>
                  </a:txBody>
                  <a:tcPr/>
                </a:tc>
                <a:tc>
                  <a:txBody>
                    <a:bodyPr/>
                    <a:lstStyle/>
                    <a:p>
                      <a:r>
                        <a:rPr lang="en-US" sz="1200"/>
                        <a:t>2</a:t>
                      </a:r>
                    </a:p>
                  </a:txBody>
                  <a:tcPr/>
                </a:tc>
                <a:tc>
                  <a:txBody>
                    <a:bodyPr/>
                    <a:lstStyle/>
                    <a:p>
                      <a:r>
                        <a:rPr lang="en-US" sz="1200"/>
                        <a:t>3</a:t>
                      </a:r>
                    </a:p>
                  </a:txBody>
                  <a:tcPr/>
                </a:tc>
                <a:tc>
                  <a:txBody>
                    <a:bodyPr/>
                    <a:lstStyle/>
                    <a:p>
                      <a:r>
                        <a:rPr lang="en-US" sz="1200"/>
                        <a:t>4</a:t>
                      </a:r>
                    </a:p>
                  </a:txBody>
                  <a:tcPr/>
                </a:tc>
                <a:tc>
                  <a:txBody>
                    <a:bodyPr/>
                    <a:lstStyle/>
                    <a:p>
                      <a:r>
                        <a:rPr lang="en-US" sz="1200"/>
                        <a:t>4</a:t>
                      </a:r>
                    </a:p>
                  </a:txBody>
                  <a:tcPr/>
                </a:tc>
                <a:tc>
                  <a:txBody>
                    <a:bodyPr/>
                    <a:lstStyle/>
                    <a:p>
                      <a:r>
                        <a:rPr lang="en-US" sz="1200"/>
                        <a:t>3</a:t>
                      </a:r>
                    </a:p>
                  </a:txBody>
                  <a:tcPr/>
                </a:tc>
                <a:extLst>
                  <a:ext uri="{0D108BD9-81ED-4DB2-BD59-A6C34878D82A}">
                    <a16:rowId xmlns:a16="http://schemas.microsoft.com/office/drawing/2014/main" val="655870712"/>
                  </a:ext>
                </a:extLst>
              </a:tr>
              <a:tr h="719812">
                <a:tc>
                  <a:txBody>
                    <a:bodyPr/>
                    <a:lstStyle/>
                    <a:p>
                      <a:r>
                        <a:rPr lang="en-US" sz="1200"/>
                        <a:t>Durability</a:t>
                      </a:r>
                    </a:p>
                  </a:txBody>
                  <a:tcPr/>
                </a:tc>
                <a:tc>
                  <a:txBody>
                    <a:bodyPr/>
                    <a:lstStyle/>
                    <a:p>
                      <a:r>
                        <a:rPr lang="en-US" sz="1200"/>
                        <a:t>Will it break easier due to elements?</a:t>
                      </a:r>
                    </a:p>
                  </a:txBody>
                  <a:tcPr/>
                </a:tc>
                <a:tc>
                  <a:txBody>
                    <a:bodyPr/>
                    <a:lstStyle/>
                    <a:p>
                      <a:r>
                        <a:rPr lang="en-US" sz="1200"/>
                        <a:t>3</a:t>
                      </a:r>
                    </a:p>
                  </a:txBody>
                  <a:tcPr/>
                </a:tc>
                <a:tc>
                  <a:txBody>
                    <a:bodyPr/>
                    <a:lstStyle/>
                    <a:p>
                      <a:r>
                        <a:rPr lang="en-US" sz="1200"/>
                        <a:t>5</a:t>
                      </a:r>
                    </a:p>
                  </a:txBody>
                  <a:tcPr/>
                </a:tc>
                <a:tc>
                  <a:txBody>
                    <a:bodyPr/>
                    <a:lstStyle/>
                    <a:p>
                      <a:r>
                        <a:rPr lang="en-US" sz="1200"/>
                        <a:t>5</a:t>
                      </a:r>
                    </a:p>
                  </a:txBody>
                  <a:tcPr/>
                </a:tc>
                <a:tc>
                  <a:txBody>
                    <a:bodyPr/>
                    <a:lstStyle/>
                    <a:p>
                      <a:r>
                        <a:rPr lang="en-US" sz="1200"/>
                        <a:t>3</a:t>
                      </a:r>
                    </a:p>
                  </a:txBody>
                  <a:tcPr/>
                </a:tc>
                <a:tc>
                  <a:txBody>
                    <a:bodyPr/>
                    <a:lstStyle/>
                    <a:p>
                      <a:r>
                        <a:rPr lang="en-US" sz="1200"/>
                        <a:t>4</a:t>
                      </a:r>
                    </a:p>
                  </a:txBody>
                  <a:tcPr/>
                </a:tc>
                <a:tc>
                  <a:txBody>
                    <a:bodyPr/>
                    <a:lstStyle/>
                    <a:p>
                      <a:r>
                        <a:rPr lang="en-US" sz="1200"/>
                        <a:t>3</a:t>
                      </a:r>
                    </a:p>
                  </a:txBody>
                  <a:tcPr/>
                </a:tc>
                <a:tc>
                  <a:txBody>
                    <a:bodyPr/>
                    <a:lstStyle/>
                    <a:p>
                      <a:r>
                        <a:rPr lang="en-US" sz="1200"/>
                        <a:t>4</a:t>
                      </a:r>
                    </a:p>
                  </a:txBody>
                  <a:tcPr/>
                </a:tc>
                <a:extLst>
                  <a:ext uri="{0D108BD9-81ED-4DB2-BD59-A6C34878D82A}">
                    <a16:rowId xmlns:a16="http://schemas.microsoft.com/office/drawing/2014/main" val="4218700713"/>
                  </a:ext>
                </a:extLst>
              </a:tr>
              <a:tr h="722279">
                <a:tc>
                  <a:txBody>
                    <a:bodyPr/>
                    <a:lstStyle/>
                    <a:p>
                      <a:r>
                        <a:rPr lang="en-US" sz="1200"/>
                        <a:t>Accuracy</a:t>
                      </a:r>
                    </a:p>
                  </a:txBody>
                  <a:tcPr/>
                </a:tc>
                <a:tc>
                  <a:txBody>
                    <a:bodyPr/>
                    <a:lstStyle/>
                    <a:p>
                      <a:r>
                        <a:rPr lang="en-US" sz="1200"/>
                        <a:t>Will it accurately read what we need?</a:t>
                      </a:r>
                    </a:p>
                  </a:txBody>
                  <a:tcPr/>
                </a:tc>
                <a:tc>
                  <a:txBody>
                    <a:bodyPr/>
                    <a:lstStyle/>
                    <a:p>
                      <a:r>
                        <a:rPr lang="en-US" sz="1200"/>
                        <a:t>4</a:t>
                      </a:r>
                    </a:p>
                  </a:txBody>
                  <a:tcPr/>
                </a:tc>
                <a:tc>
                  <a:txBody>
                    <a:bodyPr/>
                    <a:lstStyle/>
                    <a:p>
                      <a:r>
                        <a:rPr lang="en-US" sz="1200"/>
                        <a:t>4</a:t>
                      </a:r>
                    </a:p>
                  </a:txBody>
                  <a:tcPr/>
                </a:tc>
                <a:tc>
                  <a:txBody>
                    <a:bodyPr/>
                    <a:lstStyle/>
                    <a:p>
                      <a:r>
                        <a:rPr lang="en-US" sz="1200"/>
                        <a:t>5</a:t>
                      </a:r>
                    </a:p>
                  </a:txBody>
                  <a:tcPr/>
                </a:tc>
                <a:tc>
                  <a:txBody>
                    <a:bodyPr/>
                    <a:lstStyle/>
                    <a:p>
                      <a:r>
                        <a:rPr lang="en-US" sz="1200"/>
                        <a:t>3</a:t>
                      </a:r>
                    </a:p>
                  </a:txBody>
                  <a:tcPr/>
                </a:tc>
                <a:tc>
                  <a:txBody>
                    <a:bodyPr/>
                    <a:lstStyle/>
                    <a:p>
                      <a:r>
                        <a:rPr lang="en-US" sz="1200"/>
                        <a:t>4</a:t>
                      </a:r>
                    </a:p>
                  </a:txBody>
                  <a:tcPr/>
                </a:tc>
                <a:tc>
                  <a:txBody>
                    <a:bodyPr/>
                    <a:lstStyle/>
                    <a:p>
                      <a:r>
                        <a:rPr lang="en-US" sz="1200"/>
                        <a:t>4</a:t>
                      </a:r>
                    </a:p>
                  </a:txBody>
                  <a:tcPr/>
                </a:tc>
                <a:tc>
                  <a:txBody>
                    <a:bodyPr/>
                    <a:lstStyle/>
                    <a:p>
                      <a:r>
                        <a:rPr lang="en-US" sz="1200"/>
                        <a:t>4</a:t>
                      </a:r>
                    </a:p>
                  </a:txBody>
                  <a:tcPr/>
                </a:tc>
                <a:extLst>
                  <a:ext uri="{0D108BD9-81ED-4DB2-BD59-A6C34878D82A}">
                    <a16:rowId xmlns:a16="http://schemas.microsoft.com/office/drawing/2014/main" val="2058225265"/>
                  </a:ext>
                </a:extLst>
              </a:tr>
              <a:tr h="278255">
                <a:tc>
                  <a:txBody>
                    <a:bodyPr/>
                    <a:lstStyle/>
                    <a:p>
                      <a:r>
                        <a:rPr lang="en-US" sz="1200" b="1"/>
                        <a:t>Total</a:t>
                      </a:r>
                    </a:p>
                  </a:txBody>
                  <a:tcPr/>
                </a:tc>
                <a:tc>
                  <a:txBody>
                    <a:bodyPr/>
                    <a:lstStyle/>
                    <a:p>
                      <a:endParaRPr lang="en-US" sz="1200"/>
                    </a:p>
                  </a:txBody>
                  <a:tcPr/>
                </a:tc>
                <a:tc>
                  <a:txBody>
                    <a:bodyPr/>
                    <a:lstStyle/>
                    <a:p>
                      <a:endParaRPr lang="en-US" sz="1200"/>
                    </a:p>
                  </a:txBody>
                  <a:tcPr/>
                </a:tc>
                <a:tc>
                  <a:txBody>
                    <a:bodyPr/>
                    <a:lstStyle/>
                    <a:p>
                      <a:r>
                        <a:rPr lang="en-US" sz="1200" b="1"/>
                        <a:t>61</a:t>
                      </a:r>
                    </a:p>
                  </a:txBody>
                  <a:tcPr/>
                </a:tc>
                <a:tc>
                  <a:txBody>
                    <a:bodyPr/>
                    <a:lstStyle/>
                    <a:p>
                      <a:r>
                        <a:rPr lang="en-US" sz="1200" b="1"/>
                        <a:t>55</a:t>
                      </a:r>
                    </a:p>
                  </a:txBody>
                  <a:tcPr/>
                </a:tc>
                <a:tc>
                  <a:txBody>
                    <a:bodyPr/>
                    <a:lstStyle/>
                    <a:p>
                      <a:r>
                        <a:rPr lang="en-US" sz="1200" b="1"/>
                        <a:t>61</a:t>
                      </a:r>
                    </a:p>
                  </a:txBody>
                  <a:tcPr/>
                </a:tc>
                <a:tc>
                  <a:txBody>
                    <a:bodyPr/>
                    <a:lstStyle/>
                    <a:p>
                      <a:r>
                        <a:rPr lang="en-US" sz="1200" b="1"/>
                        <a:t>63</a:t>
                      </a:r>
                    </a:p>
                  </a:txBody>
                  <a:tcPr/>
                </a:tc>
                <a:tc>
                  <a:txBody>
                    <a:bodyPr/>
                    <a:lstStyle/>
                    <a:p>
                      <a:r>
                        <a:rPr lang="en-US" sz="1200" b="1"/>
                        <a:t>65</a:t>
                      </a:r>
                    </a:p>
                  </a:txBody>
                  <a:tcPr/>
                </a:tc>
                <a:tc>
                  <a:txBody>
                    <a:bodyPr/>
                    <a:lstStyle/>
                    <a:p>
                      <a:r>
                        <a:rPr lang="en-US" sz="1200" b="1"/>
                        <a:t>60</a:t>
                      </a:r>
                    </a:p>
                  </a:txBody>
                  <a:tcPr/>
                </a:tc>
                <a:extLst>
                  <a:ext uri="{0D108BD9-81ED-4DB2-BD59-A6C34878D82A}">
                    <a16:rowId xmlns:a16="http://schemas.microsoft.com/office/drawing/2014/main" val="1496070945"/>
                  </a:ext>
                </a:extLst>
              </a:tr>
            </a:tbl>
          </a:graphicData>
        </a:graphic>
      </p:graphicFrame>
      <p:pic>
        <p:nvPicPr>
          <p:cNvPr id="2050" name="Picture 2" descr="Pitot - Static Tube - Speedometer | Glenn Research Center | NASA">
            <a:extLst>
              <a:ext uri="{FF2B5EF4-FFF2-40B4-BE49-F238E27FC236}">
                <a16:creationId xmlns:a16="http://schemas.microsoft.com/office/drawing/2014/main" id="{91D04E71-BAFA-59A4-F7CA-E8DB22DC3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9816" y="5345447"/>
            <a:ext cx="930656" cy="5234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ltrasonic Wind Speed &amp; Direction Sensor">
            <a:extLst>
              <a:ext uri="{FF2B5EF4-FFF2-40B4-BE49-F238E27FC236}">
                <a16:creationId xmlns:a16="http://schemas.microsoft.com/office/drawing/2014/main" id="{F452485B-89B3-A547-3510-47F5FA8285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253" y="5345447"/>
            <a:ext cx="523494" cy="52349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MA SB-WIND Anemometer Wind Speed Sensor for SensorBox">
            <a:extLst>
              <a:ext uri="{FF2B5EF4-FFF2-40B4-BE49-F238E27FC236}">
                <a16:creationId xmlns:a16="http://schemas.microsoft.com/office/drawing/2014/main" id="{23D5A648-2C52-8CB8-6131-FE43768624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5253" y="5345447"/>
            <a:ext cx="608076" cy="60807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Rain Gauge - Weather Tools">
            <a:extLst>
              <a:ext uri="{FF2B5EF4-FFF2-40B4-BE49-F238E27FC236}">
                <a16:creationId xmlns:a16="http://schemas.microsoft.com/office/drawing/2014/main" id="{151D8B44-0B43-7324-833C-4C274249FA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9098" y="5345447"/>
            <a:ext cx="524203" cy="60807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Qwiic Scale Hookup Guide - SparkFun Learn">
            <a:extLst>
              <a:ext uri="{FF2B5EF4-FFF2-40B4-BE49-F238E27FC236}">
                <a16:creationId xmlns:a16="http://schemas.microsoft.com/office/drawing/2014/main" id="{39B86CC0-B0D1-A717-8A4E-CDE7B58D6C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4788" y="5345447"/>
            <a:ext cx="838862" cy="55953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Water tank level sensor - IAAC BLOG">
            <a:extLst>
              <a:ext uri="{FF2B5EF4-FFF2-40B4-BE49-F238E27FC236}">
                <a16:creationId xmlns:a16="http://schemas.microsoft.com/office/drawing/2014/main" id="{40C684F0-B046-2777-CB94-C07654578D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26363" y="5364748"/>
            <a:ext cx="838862" cy="54023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Importance - Free of Charge Creative Commons Green Highway sign image">
            <a:extLst>
              <a:ext uri="{FF2B5EF4-FFF2-40B4-BE49-F238E27FC236}">
                <a16:creationId xmlns:a16="http://schemas.microsoft.com/office/drawing/2014/main" id="{F34180B9-4A7D-39A5-17C1-B8C2C26ADE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4328" y="5345447"/>
            <a:ext cx="859536" cy="573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313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FD1F-1405-96C7-CD10-158486A23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47F3A-D590-9045-8ECF-5C95310C3C62}"/>
              </a:ext>
            </a:extLst>
          </p:cNvPr>
          <p:cNvSpPr>
            <a:spLocks noGrp="1"/>
          </p:cNvSpPr>
          <p:nvPr>
            <p:ph type="title"/>
          </p:nvPr>
        </p:nvSpPr>
        <p:spPr/>
        <p:txBody>
          <a:bodyPr/>
          <a:lstStyle/>
          <a:p>
            <a:r>
              <a:rPr lang="en-US"/>
              <a:t>Decision Matrix Modem Types</a:t>
            </a:r>
          </a:p>
        </p:txBody>
      </p:sp>
      <p:graphicFrame>
        <p:nvGraphicFramePr>
          <p:cNvPr id="6" name="Content Placeholder 3">
            <a:extLst>
              <a:ext uri="{FF2B5EF4-FFF2-40B4-BE49-F238E27FC236}">
                <a16:creationId xmlns:a16="http://schemas.microsoft.com/office/drawing/2014/main" id="{5925BD21-89AB-F155-EA89-47FA4FE6766D}"/>
              </a:ext>
            </a:extLst>
          </p:cNvPr>
          <p:cNvGraphicFramePr>
            <a:graphicFrameLocks/>
          </p:cNvGraphicFramePr>
          <p:nvPr>
            <p:extLst>
              <p:ext uri="{D42A27DB-BD31-4B8C-83A1-F6EECF244321}">
                <p14:modId xmlns:p14="http://schemas.microsoft.com/office/powerpoint/2010/main" val="579621026"/>
              </p:ext>
            </p:extLst>
          </p:nvPr>
        </p:nvGraphicFramePr>
        <p:xfrm>
          <a:off x="156411" y="1391993"/>
          <a:ext cx="8831178" cy="4190660"/>
        </p:xfrm>
        <a:graphic>
          <a:graphicData uri="http://schemas.openxmlformats.org/drawingml/2006/table">
            <a:tbl>
              <a:tblPr firstRow="1" bandRow="1">
                <a:tableStyleId>{5C22544A-7EE6-4342-B048-85BDC9FD1C3A}</a:tableStyleId>
              </a:tblPr>
              <a:tblGrid>
                <a:gridCol w="1471863">
                  <a:extLst>
                    <a:ext uri="{9D8B030D-6E8A-4147-A177-3AD203B41FA5}">
                      <a16:colId xmlns:a16="http://schemas.microsoft.com/office/drawing/2014/main" val="3486442109"/>
                    </a:ext>
                  </a:extLst>
                </a:gridCol>
                <a:gridCol w="1471863">
                  <a:extLst>
                    <a:ext uri="{9D8B030D-6E8A-4147-A177-3AD203B41FA5}">
                      <a16:colId xmlns:a16="http://schemas.microsoft.com/office/drawing/2014/main" val="2555616108"/>
                    </a:ext>
                  </a:extLst>
                </a:gridCol>
                <a:gridCol w="1471863">
                  <a:extLst>
                    <a:ext uri="{9D8B030D-6E8A-4147-A177-3AD203B41FA5}">
                      <a16:colId xmlns:a16="http://schemas.microsoft.com/office/drawing/2014/main" val="1311318755"/>
                    </a:ext>
                  </a:extLst>
                </a:gridCol>
                <a:gridCol w="1471863">
                  <a:extLst>
                    <a:ext uri="{9D8B030D-6E8A-4147-A177-3AD203B41FA5}">
                      <a16:colId xmlns:a16="http://schemas.microsoft.com/office/drawing/2014/main" val="2304122708"/>
                    </a:ext>
                  </a:extLst>
                </a:gridCol>
                <a:gridCol w="1471863">
                  <a:extLst>
                    <a:ext uri="{9D8B030D-6E8A-4147-A177-3AD203B41FA5}">
                      <a16:colId xmlns:a16="http://schemas.microsoft.com/office/drawing/2014/main" val="2897902133"/>
                    </a:ext>
                  </a:extLst>
                </a:gridCol>
                <a:gridCol w="1471863">
                  <a:extLst>
                    <a:ext uri="{9D8B030D-6E8A-4147-A177-3AD203B41FA5}">
                      <a16:colId xmlns:a16="http://schemas.microsoft.com/office/drawing/2014/main" val="1251578843"/>
                    </a:ext>
                  </a:extLst>
                </a:gridCol>
              </a:tblGrid>
              <a:tr h="684164">
                <a:tc>
                  <a:txBody>
                    <a:bodyPr/>
                    <a:lstStyle/>
                    <a:p>
                      <a:r>
                        <a:rPr lang="en-US" sz="1200"/>
                        <a:t>Criteria</a:t>
                      </a:r>
                      <a:endParaRPr lang="en-US" sz="1200" err="1"/>
                    </a:p>
                  </a:txBody>
                  <a:tcPr/>
                </a:tc>
                <a:tc>
                  <a:txBody>
                    <a:bodyPr/>
                    <a:lstStyle/>
                    <a:p>
                      <a:r>
                        <a:rPr lang="en-US" sz="1200"/>
                        <a:t>Description</a:t>
                      </a:r>
                    </a:p>
                  </a:txBody>
                  <a:tcPr/>
                </a:tc>
                <a:tc>
                  <a:txBody>
                    <a:bodyPr/>
                    <a:lstStyle/>
                    <a:p>
                      <a:r>
                        <a:rPr lang="en-US" sz="1200"/>
                        <a:t>Importance (1-5 scale)</a:t>
                      </a:r>
                    </a:p>
                  </a:txBody>
                  <a:tcPr/>
                </a:tc>
                <a:tc>
                  <a:txBody>
                    <a:bodyPr/>
                    <a:lstStyle/>
                    <a:p>
                      <a:r>
                        <a:rPr lang="en-US" sz="1200"/>
                        <a:t>Notecard Cellular LTE Cat-1</a:t>
                      </a:r>
                    </a:p>
                  </a:txBody>
                  <a:tcPr/>
                </a:tc>
                <a:tc>
                  <a:txBody>
                    <a:bodyPr/>
                    <a:lstStyle/>
                    <a:p>
                      <a:r>
                        <a:rPr lang="en-US" sz="1200"/>
                        <a:t>Quectel BG95</a:t>
                      </a:r>
                    </a:p>
                  </a:txBody>
                  <a:tcPr/>
                </a:tc>
                <a:tc>
                  <a:txBody>
                    <a:bodyPr/>
                    <a:lstStyle/>
                    <a:p>
                      <a:r>
                        <a:rPr lang="en-US" sz="1100"/>
                        <a:t>LILYGO T-SIM7600G-H R2</a:t>
                      </a:r>
                    </a:p>
                  </a:txBody>
                  <a:tcPr/>
                </a:tc>
                <a:extLst>
                  <a:ext uri="{0D108BD9-81ED-4DB2-BD59-A6C34878D82A}">
                    <a16:rowId xmlns:a16="http://schemas.microsoft.com/office/drawing/2014/main" val="2821972363"/>
                  </a:ext>
                </a:extLst>
              </a:tr>
              <a:tr h="684164">
                <a:tc>
                  <a:txBody>
                    <a:bodyPr/>
                    <a:lstStyle/>
                    <a:p>
                      <a:r>
                        <a:rPr lang="en-US" sz="1200"/>
                        <a:t>Feasibility</a:t>
                      </a:r>
                    </a:p>
                  </a:txBody>
                  <a:tcPr/>
                </a:tc>
                <a:tc>
                  <a:txBody>
                    <a:bodyPr/>
                    <a:lstStyle/>
                    <a:p>
                      <a:r>
                        <a:rPr lang="en-US" sz="1200"/>
                        <a:t>Compatibility with planned sensor setup</a:t>
                      </a:r>
                    </a:p>
                  </a:txBody>
                  <a:tcPr/>
                </a:tc>
                <a:tc>
                  <a:txBody>
                    <a:bodyPr/>
                    <a:lstStyle/>
                    <a:p>
                      <a:r>
                        <a:rPr lang="en-US" sz="1200"/>
                        <a:t>5</a:t>
                      </a:r>
                    </a:p>
                  </a:txBody>
                  <a:tcPr/>
                </a:tc>
                <a:tc>
                  <a:txBody>
                    <a:bodyPr/>
                    <a:lstStyle/>
                    <a:p>
                      <a:r>
                        <a:rPr lang="en-US" sz="1200"/>
                        <a:t>4</a:t>
                      </a:r>
                    </a:p>
                  </a:txBody>
                  <a:tcPr/>
                </a:tc>
                <a:tc>
                  <a:txBody>
                    <a:bodyPr/>
                    <a:lstStyle/>
                    <a:p>
                      <a:r>
                        <a:rPr lang="en-US" sz="1200"/>
                        <a:t>4</a:t>
                      </a:r>
                    </a:p>
                  </a:txBody>
                  <a:tcPr/>
                </a:tc>
                <a:tc>
                  <a:txBody>
                    <a:bodyPr/>
                    <a:lstStyle/>
                    <a:p>
                      <a:r>
                        <a:rPr lang="en-US" sz="1200"/>
                        <a:t>5</a:t>
                      </a:r>
                    </a:p>
                  </a:txBody>
                  <a:tcPr/>
                </a:tc>
                <a:extLst>
                  <a:ext uri="{0D108BD9-81ED-4DB2-BD59-A6C34878D82A}">
                    <a16:rowId xmlns:a16="http://schemas.microsoft.com/office/drawing/2014/main" val="3691919877"/>
                  </a:ext>
                </a:extLst>
              </a:tr>
              <a:tr h="684164">
                <a:tc>
                  <a:txBody>
                    <a:bodyPr/>
                    <a:lstStyle/>
                    <a:p>
                      <a:r>
                        <a:rPr lang="en-US" sz="1200"/>
                        <a:t>Integration</a:t>
                      </a:r>
                    </a:p>
                  </a:txBody>
                  <a:tcPr/>
                </a:tc>
                <a:tc>
                  <a:txBody>
                    <a:bodyPr/>
                    <a:lstStyle/>
                    <a:p>
                      <a:r>
                        <a:rPr lang="en-US" sz="1200"/>
                        <a:t>Ability for integration with ESP32 and I2C</a:t>
                      </a:r>
                    </a:p>
                  </a:txBody>
                  <a:tcPr/>
                </a:tc>
                <a:tc>
                  <a:txBody>
                    <a:bodyPr/>
                    <a:lstStyle/>
                    <a:p>
                      <a:r>
                        <a:rPr lang="en-US" sz="1200"/>
                        <a:t>4</a:t>
                      </a:r>
                    </a:p>
                  </a:txBody>
                  <a:tcPr/>
                </a:tc>
                <a:tc>
                  <a:txBody>
                    <a:bodyPr/>
                    <a:lstStyle/>
                    <a:p>
                      <a:r>
                        <a:rPr lang="en-US" sz="1200"/>
                        <a:t>4</a:t>
                      </a:r>
                    </a:p>
                  </a:txBody>
                  <a:tcPr/>
                </a:tc>
                <a:tc>
                  <a:txBody>
                    <a:bodyPr/>
                    <a:lstStyle/>
                    <a:p>
                      <a:r>
                        <a:rPr lang="en-US" sz="1200"/>
                        <a:t>3</a:t>
                      </a:r>
                    </a:p>
                  </a:txBody>
                  <a:tcPr/>
                </a:tc>
                <a:tc>
                  <a:txBody>
                    <a:bodyPr/>
                    <a:lstStyle/>
                    <a:p>
                      <a:r>
                        <a:rPr lang="en-US" sz="1200"/>
                        <a:t>5</a:t>
                      </a:r>
                    </a:p>
                  </a:txBody>
                  <a:tcPr/>
                </a:tc>
                <a:extLst>
                  <a:ext uri="{0D108BD9-81ED-4DB2-BD59-A6C34878D82A}">
                    <a16:rowId xmlns:a16="http://schemas.microsoft.com/office/drawing/2014/main" val="655870712"/>
                  </a:ext>
                </a:extLst>
              </a:tr>
              <a:tr h="488688">
                <a:tc>
                  <a:txBody>
                    <a:bodyPr/>
                    <a:lstStyle/>
                    <a:p>
                      <a:r>
                        <a:rPr lang="en-US" sz="1200"/>
                        <a:t>Capabilities</a:t>
                      </a:r>
                    </a:p>
                  </a:txBody>
                  <a:tcPr/>
                </a:tc>
                <a:tc>
                  <a:txBody>
                    <a:bodyPr/>
                    <a:lstStyle/>
                    <a:p>
                      <a:r>
                        <a:rPr lang="en-US" sz="1200"/>
                        <a:t>4G LTE capability</a:t>
                      </a:r>
                    </a:p>
                  </a:txBody>
                  <a:tcPr/>
                </a:tc>
                <a:tc>
                  <a:txBody>
                    <a:bodyPr/>
                    <a:lstStyle/>
                    <a:p>
                      <a:r>
                        <a:rPr lang="en-US" sz="1200"/>
                        <a:t>5</a:t>
                      </a:r>
                    </a:p>
                  </a:txBody>
                  <a:tcPr/>
                </a:tc>
                <a:tc>
                  <a:txBody>
                    <a:bodyPr/>
                    <a:lstStyle/>
                    <a:p>
                      <a:r>
                        <a:rPr lang="en-US" sz="1200"/>
                        <a:t>5</a:t>
                      </a:r>
                    </a:p>
                  </a:txBody>
                  <a:tcPr/>
                </a:tc>
                <a:tc>
                  <a:txBody>
                    <a:bodyPr/>
                    <a:lstStyle/>
                    <a:p>
                      <a:r>
                        <a:rPr lang="en-US" sz="1200"/>
                        <a:t>5</a:t>
                      </a:r>
                    </a:p>
                  </a:txBody>
                  <a:tcPr/>
                </a:tc>
                <a:tc>
                  <a:txBody>
                    <a:bodyPr/>
                    <a:lstStyle/>
                    <a:p>
                      <a:r>
                        <a:rPr lang="en-US" sz="1200"/>
                        <a:t>5</a:t>
                      </a:r>
                    </a:p>
                  </a:txBody>
                  <a:tcPr/>
                </a:tc>
                <a:extLst>
                  <a:ext uri="{0D108BD9-81ED-4DB2-BD59-A6C34878D82A}">
                    <a16:rowId xmlns:a16="http://schemas.microsoft.com/office/drawing/2014/main" val="4218700713"/>
                  </a:ext>
                </a:extLst>
              </a:tr>
              <a:tr h="879639">
                <a:tc>
                  <a:txBody>
                    <a:bodyPr/>
                    <a:lstStyle/>
                    <a:p>
                      <a:r>
                        <a:rPr lang="en-US" sz="1200"/>
                        <a:t>Power Consumption</a:t>
                      </a:r>
                    </a:p>
                  </a:txBody>
                  <a:tcPr/>
                </a:tc>
                <a:tc>
                  <a:txBody>
                    <a:bodyPr/>
                    <a:lstStyle/>
                    <a:p>
                      <a:r>
                        <a:rPr lang="en-US" sz="1200"/>
                        <a:t>Does the modem draw an unreasonable amount of power?</a:t>
                      </a:r>
                    </a:p>
                  </a:txBody>
                  <a:tcPr/>
                </a:tc>
                <a:tc>
                  <a:txBody>
                    <a:bodyPr/>
                    <a:lstStyle/>
                    <a:p>
                      <a:r>
                        <a:rPr lang="en-US" sz="1200"/>
                        <a:t>4</a:t>
                      </a:r>
                    </a:p>
                  </a:txBody>
                  <a:tcPr/>
                </a:tc>
                <a:tc>
                  <a:txBody>
                    <a:bodyPr/>
                    <a:lstStyle/>
                    <a:p>
                      <a:r>
                        <a:rPr lang="en-US" sz="1200"/>
                        <a:t>4</a:t>
                      </a:r>
                    </a:p>
                  </a:txBody>
                  <a:tcPr/>
                </a:tc>
                <a:tc>
                  <a:txBody>
                    <a:bodyPr/>
                    <a:lstStyle/>
                    <a:p>
                      <a:r>
                        <a:rPr lang="en-US" sz="1200"/>
                        <a:t>4</a:t>
                      </a:r>
                    </a:p>
                  </a:txBody>
                  <a:tcPr/>
                </a:tc>
                <a:tc>
                  <a:txBody>
                    <a:bodyPr/>
                    <a:lstStyle/>
                    <a:p>
                      <a:r>
                        <a:rPr lang="en-US" sz="1200"/>
                        <a:t>4</a:t>
                      </a:r>
                    </a:p>
                  </a:txBody>
                  <a:tcPr/>
                </a:tc>
                <a:extLst>
                  <a:ext uri="{0D108BD9-81ED-4DB2-BD59-A6C34878D82A}">
                    <a16:rowId xmlns:a16="http://schemas.microsoft.com/office/drawing/2014/main" val="2058225265"/>
                  </a:ext>
                </a:extLst>
              </a:tr>
              <a:tr h="487188">
                <a:tc>
                  <a:txBody>
                    <a:bodyPr/>
                    <a:lstStyle/>
                    <a:p>
                      <a:r>
                        <a:rPr lang="en-US" sz="1200"/>
                        <a:t>Budget</a:t>
                      </a:r>
                    </a:p>
                  </a:txBody>
                  <a:tcPr/>
                </a:tc>
                <a:tc>
                  <a:txBody>
                    <a:bodyPr/>
                    <a:lstStyle/>
                    <a:p>
                      <a:r>
                        <a:rPr lang="en-US" sz="1200"/>
                        <a:t>&lt;$200 Price</a:t>
                      </a:r>
                    </a:p>
                  </a:txBody>
                  <a:tcPr/>
                </a:tc>
                <a:tc>
                  <a:txBody>
                    <a:bodyPr/>
                    <a:lstStyle/>
                    <a:p>
                      <a:r>
                        <a:rPr lang="en-US" sz="1200"/>
                        <a:t>5</a:t>
                      </a:r>
                    </a:p>
                  </a:txBody>
                  <a:tcPr/>
                </a:tc>
                <a:tc>
                  <a:txBody>
                    <a:bodyPr/>
                    <a:lstStyle/>
                    <a:p>
                      <a:r>
                        <a:rPr lang="en-US" sz="1200"/>
                        <a:t>4</a:t>
                      </a:r>
                    </a:p>
                  </a:txBody>
                  <a:tcPr/>
                </a:tc>
                <a:tc>
                  <a:txBody>
                    <a:bodyPr/>
                    <a:lstStyle/>
                    <a:p>
                      <a:r>
                        <a:rPr lang="en-US" sz="1200"/>
                        <a:t>5</a:t>
                      </a:r>
                    </a:p>
                  </a:txBody>
                  <a:tcPr/>
                </a:tc>
                <a:tc>
                  <a:txBody>
                    <a:bodyPr/>
                    <a:lstStyle/>
                    <a:p>
                      <a:r>
                        <a:rPr lang="en-US" sz="1200"/>
                        <a:t>4</a:t>
                      </a:r>
                    </a:p>
                  </a:txBody>
                  <a:tcPr/>
                </a:tc>
                <a:extLst>
                  <a:ext uri="{0D108BD9-81ED-4DB2-BD59-A6C34878D82A}">
                    <a16:rowId xmlns:a16="http://schemas.microsoft.com/office/drawing/2014/main" val="1496070945"/>
                  </a:ext>
                </a:extLst>
              </a:tr>
              <a:tr h="282653">
                <a:tc>
                  <a:txBody>
                    <a:bodyPr/>
                    <a:lstStyle/>
                    <a:p>
                      <a:r>
                        <a:rPr lang="en-US" sz="1200" b="1"/>
                        <a:t>Total</a:t>
                      </a:r>
                    </a:p>
                  </a:txBody>
                  <a:tcPr/>
                </a:tc>
                <a:tc>
                  <a:txBody>
                    <a:bodyPr/>
                    <a:lstStyle/>
                    <a:p>
                      <a:endParaRPr lang="en-US" sz="1200" b="1"/>
                    </a:p>
                  </a:txBody>
                  <a:tcPr/>
                </a:tc>
                <a:tc>
                  <a:txBody>
                    <a:bodyPr/>
                    <a:lstStyle/>
                    <a:p>
                      <a:endParaRPr lang="en-US" sz="1200" b="1"/>
                    </a:p>
                  </a:txBody>
                  <a:tcPr/>
                </a:tc>
                <a:tc>
                  <a:txBody>
                    <a:bodyPr/>
                    <a:lstStyle/>
                    <a:p>
                      <a:r>
                        <a:rPr lang="en-US" sz="1200" b="1"/>
                        <a:t>97</a:t>
                      </a:r>
                    </a:p>
                  </a:txBody>
                  <a:tcPr/>
                </a:tc>
                <a:tc>
                  <a:txBody>
                    <a:bodyPr/>
                    <a:lstStyle/>
                    <a:p>
                      <a:r>
                        <a:rPr lang="en-US" sz="1200" b="1"/>
                        <a:t>98</a:t>
                      </a:r>
                    </a:p>
                  </a:txBody>
                  <a:tcPr/>
                </a:tc>
                <a:tc>
                  <a:txBody>
                    <a:bodyPr/>
                    <a:lstStyle/>
                    <a:p>
                      <a:r>
                        <a:rPr lang="en-US" sz="1200" b="1"/>
                        <a:t>106</a:t>
                      </a:r>
                    </a:p>
                  </a:txBody>
                  <a:tcPr/>
                </a:tc>
                <a:extLst>
                  <a:ext uri="{0D108BD9-81ED-4DB2-BD59-A6C34878D82A}">
                    <a16:rowId xmlns:a16="http://schemas.microsoft.com/office/drawing/2014/main" val="2415889036"/>
                  </a:ext>
                </a:extLst>
              </a:tr>
            </a:tbl>
          </a:graphicData>
        </a:graphic>
      </p:graphicFrame>
    </p:spTree>
    <p:extLst>
      <p:ext uri="{BB962C8B-B14F-4D97-AF65-F5344CB8AC3E}">
        <p14:creationId xmlns:p14="http://schemas.microsoft.com/office/powerpoint/2010/main" val="1756689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C961-0E58-E68F-A12B-C57CACC26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1EA67-BABB-8B4E-9099-47EF984452F0}"/>
              </a:ext>
            </a:extLst>
          </p:cNvPr>
          <p:cNvSpPr>
            <a:spLocks noGrp="1"/>
          </p:cNvSpPr>
          <p:nvPr>
            <p:ph type="title"/>
          </p:nvPr>
        </p:nvSpPr>
        <p:spPr>
          <a:xfrm>
            <a:off x="-246969" y="455976"/>
            <a:ext cx="9648144" cy="1143000"/>
          </a:xfrm>
        </p:spPr>
        <p:txBody>
          <a:bodyPr/>
          <a:lstStyle/>
          <a:p>
            <a:r>
              <a:rPr lang="en-US"/>
              <a:t>Decision Matrix Microcontroller Types</a:t>
            </a:r>
          </a:p>
        </p:txBody>
      </p:sp>
      <p:graphicFrame>
        <p:nvGraphicFramePr>
          <p:cNvPr id="4" name="Table 3">
            <a:extLst>
              <a:ext uri="{FF2B5EF4-FFF2-40B4-BE49-F238E27FC236}">
                <a16:creationId xmlns:a16="http://schemas.microsoft.com/office/drawing/2014/main" id="{597D9ADE-0DCD-200C-48F8-4C304571D85C}"/>
              </a:ext>
            </a:extLst>
          </p:cNvPr>
          <p:cNvGraphicFramePr>
            <a:graphicFrameLocks noGrp="1"/>
          </p:cNvGraphicFramePr>
          <p:nvPr>
            <p:extLst>
              <p:ext uri="{D42A27DB-BD31-4B8C-83A1-F6EECF244321}">
                <p14:modId xmlns:p14="http://schemas.microsoft.com/office/powerpoint/2010/main" val="1346120175"/>
              </p:ext>
            </p:extLst>
          </p:nvPr>
        </p:nvGraphicFramePr>
        <p:xfrm>
          <a:off x="143055" y="1307774"/>
          <a:ext cx="8857890" cy="4702146"/>
        </p:xfrm>
        <a:graphic>
          <a:graphicData uri="http://schemas.openxmlformats.org/drawingml/2006/table">
            <a:tbl>
              <a:tblPr firstRow="1" bandRow="1">
                <a:tableStyleId>{5C22544A-7EE6-4342-B048-85BDC9FD1C3A}</a:tableStyleId>
              </a:tblPr>
              <a:tblGrid>
                <a:gridCol w="1476315">
                  <a:extLst>
                    <a:ext uri="{9D8B030D-6E8A-4147-A177-3AD203B41FA5}">
                      <a16:colId xmlns:a16="http://schemas.microsoft.com/office/drawing/2014/main" val="168505109"/>
                    </a:ext>
                  </a:extLst>
                </a:gridCol>
                <a:gridCol w="1476315">
                  <a:extLst>
                    <a:ext uri="{9D8B030D-6E8A-4147-A177-3AD203B41FA5}">
                      <a16:colId xmlns:a16="http://schemas.microsoft.com/office/drawing/2014/main" val="3898781446"/>
                    </a:ext>
                  </a:extLst>
                </a:gridCol>
                <a:gridCol w="1476315">
                  <a:extLst>
                    <a:ext uri="{9D8B030D-6E8A-4147-A177-3AD203B41FA5}">
                      <a16:colId xmlns:a16="http://schemas.microsoft.com/office/drawing/2014/main" val="1731913783"/>
                    </a:ext>
                  </a:extLst>
                </a:gridCol>
                <a:gridCol w="1476315">
                  <a:extLst>
                    <a:ext uri="{9D8B030D-6E8A-4147-A177-3AD203B41FA5}">
                      <a16:colId xmlns:a16="http://schemas.microsoft.com/office/drawing/2014/main" val="3328522216"/>
                    </a:ext>
                  </a:extLst>
                </a:gridCol>
                <a:gridCol w="1476315">
                  <a:extLst>
                    <a:ext uri="{9D8B030D-6E8A-4147-A177-3AD203B41FA5}">
                      <a16:colId xmlns:a16="http://schemas.microsoft.com/office/drawing/2014/main" val="1983611113"/>
                    </a:ext>
                  </a:extLst>
                </a:gridCol>
                <a:gridCol w="1476315">
                  <a:extLst>
                    <a:ext uri="{9D8B030D-6E8A-4147-A177-3AD203B41FA5}">
                      <a16:colId xmlns:a16="http://schemas.microsoft.com/office/drawing/2014/main" val="4266364557"/>
                    </a:ext>
                  </a:extLst>
                </a:gridCol>
              </a:tblGrid>
              <a:tr h="481634">
                <a:tc>
                  <a:txBody>
                    <a:bodyPr/>
                    <a:lstStyle/>
                    <a:p>
                      <a:pPr lvl="0">
                        <a:buNone/>
                      </a:pPr>
                      <a:r>
                        <a:rPr lang="en-US" sz="1350"/>
                        <a:t>Criteria</a:t>
                      </a:r>
                    </a:p>
                  </a:txBody>
                  <a:tcPr/>
                </a:tc>
                <a:tc>
                  <a:txBody>
                    <a:bodyPr/>
                    <a:lstStyle/>
                    <a:p>
                      <a:r>
                        <a:rPr lang="en-US" sz="1350"/>
                        <a:t>Description</a:t>
                      </a:r>
                    </a:p>
                  </a:txBody>
                  <a:tcPr/>
                </a:tc>
                <a:tc>
                  <a:txBody>
                    <a:bodyPr/>
                    <a:lstStyle/>
                    <a:p>
                      <a:r>
                        <a:rPr lang="en-US" sz="1350"/>
                        <a:t>Importance (1-5 Scale)</a:t>
                      </a:r>
                    </a:p>
                  </a:txBody>
                  <a:tcPr/>
                </a:tc>
                <a:tc>
                  <a:txBody>
                    <a:bodyPr/>
                    <a:lstStyle/>
                    <a:p>
                      <a:r>
                        <a:rPr lang="en-US" sz="1350"/>
                        <a:t>ESP32-WROOM-32U</a:t>
                      </a:r>
                    </a:p>
                  </a:txBody>
                  <a:tcPr/>
                </a:tc>
                <a:tc>
                  <a:txBody>
                    <a:bodyPr/>
                    <a:lstStyle/>
                    <a:p>
                      <a:r>
                        <a:rPr lang="en-US" sz="1350"/>
                        <a:t>STM32F407</a:t>
                      </a:r>
                    </a:p>
                  </a:txBody>
                  <a:tcPr/>
                </a:tc>
                <a:tc>
                  <a:txBody>
                    <a:bodyPr/>
                    <a:lstStyle/>
                    <a:p>
                      <a:r>
                        <a:rPr lang="en-US" sz="1350"/>
                        <a:t>RP2040</a:t>
                      </a:r>
                    </a:p>
                  </a:txBody>
                  <a:tcPr/>
                </a:tc>
                <a:extLst>
                  <a:ext uri="{0D108BD9-81ED-4DB2-BD59-A6C34878D82A}">
                    <a16:rowId xmlns:a16="http://schemas.microsoft.com/office/drawing/2014/main" val="1586105911"/>
                  </a:ext>
                </a:extLst>
              </a:tr>
              <a:tr h="676891">
                <a:tc>
                  <a:txBody>
                    <a:bodyPr/>
                    <a:lstStyle/>
                    <a:p>
                      <a:r>
                        <a:rPr lang="en-US" sz="1350"/>
                        <a:t>Feasibility</a:t>
                      </a:r>
                    </a:p>
                  </a:txBody>
                  <a:tcPr/>
                </a:tc>
                <a:tc>
                  <a:txBody>
                    <a:bodyPr/>
                    <a:lstStyle/>
                    <a:p>
                      <a:r>
                        <a:rPr lang="en-US" sz="1350"/>
                        <a:t>Can it handle sensors &amp; wireless?</a:t>
                      </a:r>
                    </a:p>
                  </a:txBody>
                  <a:tcPr/>
                </a:tc>
                <a:tc>
                  <a:txBody>
                    <a:bodyPr/>
                    <a:lstStyle/>
                    <a:p>
                      <a:r>
                        <a:rPr lang="en-US" sz="1350"/>
                        <a:t>5</a:t>
                      </a:r>
                    </a:p>
                  </a:txBody>
                  <a:tcPr/>
                </a:tc>
                <a:tc>
                  <a:txBody>
                    <a:bodyPr/>
                    <a:lstStyle/>
                    <a:p>
                      <a:r>
                        <a:rPr lang="en-US" sz="1350"/>
                        <a:t>5</a:t>
                      </a:r>
                    </a:p>
                  </a:txBody>
                  <a:tcPr/>
                </a:tc>
                <a:tc>
                  <a:txBody>
                    <a:bodyPr/>
                    <a:lstStyle/>
                    <a:p>
                      <a:r>
                        <a:rPr lang="en-US" sz="1350"/>
                        <a:t>4</a:t>
                      </a:r>
                    </a:p>
                  </a:txBody>
                  <a:tcPr/>
                </a:tc>
                <a:tc>
                  <a:txBody>
                    <a:bodyPr/>
                    <a:lstStyle/>
                    <a:p>
                      <a:r>
                        <a:rPr lang="en-US" sz="1350"/>
                        <a:t>3</a:t>
                      </a:r>
                    </a:p>
                  </a:txBody>
                  <a:tcPr/>
                </a:tc>
                <a:extLst>
                  <a:ext uri="{0D108BD9-81ED-4DB2-BD59-A6C34878D82A}">
                    <a16:rowId xmlns:a16="http://schemas.microsoft.com/office/drawing/2014/main" val="567441921"/>
                  </a:ext>
                </a:extLst>
              </a:tr>
              <a:tr h="481634">
                <a:tc>
                  <a:txBody>
                    <a:bodyPr/>
                    <a:lstStyle/>
                    <a:p>
                      <a:r>
                        <a:rPr lang="en-US" sz="1350"/>
                        <a:t>Budget</a:t>
                      </a:r>
                    </a:p>
                  </a:txBody>
                  <a:tcPr/>
                </a:tc>
                <a:tc>
                  <a:txBody>
                    <a:bodyPr/>
                    <a:lstStyle/>
                    <a:p>
                      <a:r>
                        <a:rPr lang="en-US" sz="1350"/>
                        <a:t>Fits within project cost?</a:t>
                      </a:r>
                    </a:p>
                  </a:txBody>
                  <a:tcPr/>
                </a:tc>
                <a:tc>
                  <a:txBody>
                    <a:bodyPr/>
                    <a:lstStyle/>
                    <a:p>
                      <a:r>
                        <a:rPr lang="en-US" sz="1350"/>
                        <a:t>4</a:t>
                      </a:r>
                    </a:p>
                  </a:txBody>
                  <a:tcPr/>
                </a:tc>
                <a:tc>
                  <a:txBody>
                    <a:bodyPr/>
                    <a:lstStyle/>
                    <a:p>
                      <a:r>
                        <a:rPr lang="en-US" sz="1350"/>
                        <a:t>5</a:t>
                      </a:r>
                    </a:p>
                  </a:txBody>
                  <a:tcPr/>
                </a:tc>
                <a:tc>
                  <a:txBody>
                    <a:bodyPr/>
                    <a:lstStyle/>
                    <a:p>
                      <a:r>
                        <a:rPr lang="en-US" sz="1350"/>
                        <a:t>3</a:t>
                      </a:r>
                    </a:p>
                  </a:txBody>
                  <a:tcPr/>
                </a:tc>
                <a:tc>
                  <a:txBody>
                    <a:bodyPr/>
                    <a:lstStyle/>
                    <a:p>
                      <a:r>
                        <a:rPr lang="en-US" sz="1350"/>
                        <a:t>4</a:t>
                      </a:r>
                    </a:p>
                  </a:txBody>
                  <a:tcPr/>
                </a:tc>
                <a:extLst>
                  <a:ext uri="{0D108BD9-81ED-4DB2-BD59-A6C34878D82A}">
                    <a16:rowId xmlns:a16="http://schemas.microsoft.com/office/drawing/2014/main" val="2945666395"/>
                  </a:ext>
                </a:extLst>
              </a:tr>
              <a:tr h="676891">
                <a:tc>
                  <a:txBody>
                    <a:bodyPr/>
                    <a:lstStyle/>
                    <a:p>
                      <a:r>
                        <a:rPr lang="en-US" sz="1350"/>
                        <a:t>Capabilities</a:t>
                      </a:r>
                    </a:p>
                  </a:txBody>
                  <a:tcPr/>
                </a:tc>
                <a:tc>
                  <a:txBody>
                    <a:bodyPr/>
                    <a:lstStyle/>
                    <a:p>
                      <a:r>
                        <a:rPr lang="en-US" sz="1350"/>
                        <a:t>Processing power, memory, I/O</a:t>
                      </a:r>
                    </a:p>
                  </a:txBody>
                  <a:tcPr/>
                </a:tc>
                <a:tc>
                  <a:txBody>
                    <a:bodyPr/>
                    <a:lstStyle/>
                    <a:p>
                      <a:r>
                        <a:rPr lang="en-US" sz="1350"/>
                        <a:t>5</a:t>
                      </a:r>
                    </a:p>
                  </a:txBody>
                  <a:tcPr/>
                </a:tc>
                <a:tc>
                  <a:txBody>
                    <a:bodyPr/>
                    <a:lstStyle/>
                    <a:p>
                      <a:r>
                        <a:rPr lang="en-US" sz="1350"/>
                        <a:t>5</a:t>
                      </a:r>
                    </a:p>
                  </a:txBody>
                  <a:tcPr/>
                </a:tc>
                <a:tc>
                  <a:txBody>
                    <a:bodyPr/>
                    <a:lstStyle/>
                    <a:p>
                      <a:r>
                        <a:rPr lang="en-US" sz="1350"/>
                        <a:t>4</a:t>
                      </a:r>
                    </a:p>
                  </a:txBody>
                  <a:tcPr/>
                </a:tc>
                <a:tc>
                  <a:txBody>
                    <a:bodyPr/>
                    <a:lstStyle/>
                    <a:p>
                      <a:r>
                        <a:rPr lang="en-US" sz="1350"/>
                        <a:t>3</a:t>
                      </a:r>
                    </a:p>
                  </a:txBody>
                  <a:tcPr/>
                </a:tc>
                <a:extLst>
                  <a:ext uri="{0D108BD9-81ED-4DB2-BD59-A6C34878D82A}">
                    <a16:rowId xmlns:a16="http://schemas.microsoft.com/office/drawing/2014/main" val="795986178"/>
                  </a:ext>
                </a:extLst>
              </a:tr>
              <a:tr h="676891">
                <a:tc>
                  <a:txBody>
                    <a:bodyPr/>
                    <a:lstStyle/>
                    <a:p>
                      <a:r>
                        <a:rPr lang="en-US" sz="1350"/>
                        <a:t>Integration</a:t>
                      </a:r>
                    </a:p>
                  </a:txBody>
                  <a:tcPr/>
                </a:tc>
                <a:tc>
                  <a:txBody>
                    <a:bodyPr/>
                    <a:lstStyle/>
                    <a:p>
                      <a:r>
                        <a:rPr lang="en-US" sz="1350"/>
                        <a:t>Ease of adding sensors &amp; communication</a:t>
                      </a:r>
                    </a:p>
                  </a:txBody>
                  <a:tcPr/>
                </a:tc>
                <a:tc>
                  <a:txBody>
                    <a:bodyPr/>
                    <a:lstStyle/>
                    <a:p>
                      <a:r>
                        <a:rPr lang="en-US" sz="1350"/>
                        <a:t>5</a:t>
                      </a:r>
                    </a:p>
                  </a:txBody>
                  <a:tcPr/>
                </a:tc>
                <a:tc>
                  <a:txBody>
                    <a:bodyPr/>
                    <a:lstStyle/>
                    <a:p>
                      <a:r>
                        <a:rPr lang="en-US" sz="1350"/>
                        <a:t>5</a:t>
                      </a:r>
                    </a:p>
                  </a:txBody>
                  <a:tcPr/>
                </a:tc>
                <a:tc>
                  <a:txBody>
                    <a:bodyPr/>
                    <a:lstStyle/>
                    <a:p>
                      <a:r>
                        <a:rPr lang="en-US" sz="1350"/>
                        <a:t>4</a:t>
                      </a:r>
                    </a:p>
                  </a:txBody>
                  <a:tcPr/>
                </a:tc>
                <a:tc>
                  <a:txBody>
                    <a:bodyPr/>
                    <a:lstStyle/>
                    <a:p>
                      <a:r>
                        <a:rPr lang="en-US" sz="1350"/>
                        <a:t>3</a:t>
                      </a:r>
                    </a:p>
                  </a:txBody>
                  <a:tcPr/>
                </a:tc>
                <a:extLst>
                  <a:ext uri="{0D108BD9-81ED-4DB2-BD59-A6C34878D82A}">
                    <a16:rowId xmlns:a16="http://schemas.microsoft.com/office/drawing/2014/main" val="4145677443"/>
                  </a:ext>
                </a:extLst>
              </a:tr>
              <a:tr h="715943">
                <a:tc>
                  <a:txBody>
                    <a:bodyPr/>
                    <a:lstStyle/>
                    <a:p>
                      <a:r>
                        <a:rPr lang="en-US" sz="1350"/>
                        <a:t>Reliability</a:t>
                      </a:r>
                    </a:p>
                  </a:txBody>
                  <a:tcPr/>
                </a:tc>
                <a:tc>
                  <a:txBody>
                    <a:bodyPr/>
                    <a:lstStyle/>
                    <a:p>
                      <a:r>
                        <a:rPr lang="en-US" sz="1350"/>
                        <a:t>Suitable for outdoor/long-term use</a:t>
                      </a:r>
                    </a:p>
                  </a:txBody>
                  <a:tcPr/>
                </a:tc>
                <a:tc>
                  <a:txBody>
                    <a:bodyPr/>
                    <a:lstStyle/>
                    <a:p>
                      <a:r>
                        <a:rPr lang="en-US" sz="1350"/>
                        <a:t>3</a:t>
                      </a:r>
                    </a:p>
                  </a:txBody>
                  <a:tcPr/>
                </a:tc>
                <a:tc>
                  <a:txBody>
                    <a:bodyPr/>
                    <a:lstStyle/>
                    <a:p>
                      <a:r>
                        <a:rPr lang="en-US" sz="1350"/>
                        <a:t>4</a:t>
                      </a:r>
                    </a:p>
                  </a:txBody>
                  <a:tcPr/>
                </a:tc>
                <a:tc>
                  <a:txBody>
                    <a:bodyPr/>
                    <a:lstStyle/>
                    <a:p>
                      <a:r>
                        <a:rPr lang="en-US" sz="1350"/>
                        <a:t>4</a:t>
                      </a:r>
                    </a:p>
                  </a:txBody>
                  <a:tcPr/>
                </a:tc>
                <a:tc>
                  <a:txBody>
                    <a:bodyPr/>
                    <a:lstStyle/>
                    <a:p>
                      <a:r>
                        <a:rPr lang="en-US" sz="1350"/>
                        <a:t>3</a:t>
                      </a:r>
                    </a:p>
                  </a:txBody>
                  <a:tcPr/>
                </a:tc>
                <a:extLst>
                  <a:ext uri="{0D108BD9-81ED-4DB2-BD59-A6C34878D82A}">
                    <a16:rowId xmlns:a16="http://schemas.microsoft.com/office/drawing/2014/main" val="1015637149"/>
                  </a:ext>
                </a:extLst>
              </a:tr>
              <a:tr h="481634">
                <a:tc>
                  <a:txBody>
                    <a:bodyPr/>
                    <a:lstStyle/>
                    <a:p>
                      <a:r>
                        <a:rPr lang="en-US" sz="1350"/>
                        <a:t>Community Support</a:t>
                      </a:r>
                    </a:p>
                  </a:txBody>
                  <a:tcPr/>
                </a:tc>
                <a:tc>
                  <a:txBody>
                    <a:bodyPr/>
                    <a:lstStyle/>
                    <a:p>
                      <a:r>
                        <a:rPr lang="en-US" sz="1350"/>
                        <a:t>Libraries &amp; documentation</a:t>
                      </a:r>
                    </a:p>
                  </a:txBody>
                  <a:tcPr/>
                </a:tc>
                <a:tc>
                  <a:txBody>
                    <a:bodyPr/>
                    <a:lstStyle/>
                    <a:p>
                      <a:r>
                        <a:rPr lang="en-US" sz="1350"/>
                        <a:t>2</a:t>
                      </a:r>
                    </a:p>
                  </a:txBody>
                  <a:tcPr/>
                </a:tc>
                <a:tc>
                  <a:txBody>
                    <a:bodyPr/>
                    <a:lstStyle/>
                    <a:p>
                      <a:r>
                        <a:rPr lang="en-US" sz="1350"/>
                        <a:t>5</a:t>
                      </a:r>
                    </a:p>
                  </a:txBody>
                  <a:tcPr/>
                </a:tc>
                <a:tc>
                  <a:txBody>
                    <a:bodyPr/>
                    <a:lstStyle/>
                    <a:p>
                      <a:r>
                        <a:rPr lang="en-US" sz="1350"/>
                        <a:t>4</a:t>
                      </a:r>
                    </a:p>
                  </a:txBody>
                  <a:tcPr/>
                </a:tc>
                <a:tc>
                  <a:txBody>
                    <a:bodyPr/>
                    <a:lstStyle/>
                    <a:p>
                      <a:r>
                        <a:rPr lang="en-US" sz="1350"/>
                        <a:t>3</a:t>
                      </a:r>
                    </a:p>
                  </a:txBody>
                  <a:tcPr/>
                </a:tc>
                <a:extLst>
                  <a:ext uri="{0D108BD9-81ED-4DB2-BD59-A6C34878D82A}">
                    <a16:rowId xmlns:a16="http://schemas.microsoft.com/office/drawing/2014/main" val="3740217615"/>
                  </a:ext>
                </a:extLst>
              </a:tr>
              <a:tr h="351463">
                <a:tc>
                  <a:txBody>
                    <a:bodyPr/>
                    <a:lstStyle/>
                    <a:p>
                      <a:pPr lvl="0">
                        <a:buNone/>
                      </a:pPr>
                      <a:r>
                        <a:rPr lang="en-US" sz="1350" b="1"/>
                        <a:t>Total</a:t>
                      </a:r>
                    </a:p>
                  </a:txBody>
                  <a:tcPr/>
                </a:tc>
                <a:tc>
                  <a:txBody>
                    <a:bodyPr/>
                    <a:lstStyle/>
                    <a:p>
                      <a:pPr lvl="0">
                        <a:buNone/>
                      </a:pPr>
                      <a:endParaRPr lang="en-US" sz="1350" b="1"/>
                    </a:p>
                  </a:txBody>
                  <a:tcPr/>
                </a:tc>
                <a:tc>
                  <a:txBody>
                    <a:bodyPr/>
                    <a:lstStyle/>
                    <a:p>
                      <a:pPr lvl="0">
                        <a:buNone/>
                      </a:pPr>
                      <a:endParaRPr lang="en-US" sz="1350" b="1"/>
                    </a:p>
                  </a:txBody>
                  <a:tcPr/>
                </a:tc>
                <a:tc>
                  <a:txBody>
                    <a:bodyPr/>
                    <a:lstStyle/>
                    <a:p>
                      <a:pPr lvl="0">
                        <a:buNone/>
                      </a:pPr>
                      <a:r>
                        <a:rPr lang="en-US" sz="1350" b="1"/>
                        <a:t>131</a:t>
                      </a:r>
                      <a:endParaRPr lang="en-US" b="1"/>
                    </a:p>
                  </a:txBody>
                  <a:tcPr/>
                </a:tc>
                <a:tc>
                  <a:txBody>
                    <a:bodyPr/>
                    <a:lstStyle/>
                    <a:p>
                      <a:pPr lvl="0">
                        <a:buNone/>
                      </a:pPr>
                      <a:r>
                        <a:rPr lang="en-US" sz="1350" b="1"/>
                        <a:t>101</a:t>
                      </a:r>
                    </a:p>
                  </a:txBody>
                  <a:tcPr/>
                </a:tc>
                <a:tc>
                  <a:txBody>
                    <a:bodyPr/>
                    <a:lstStyle/>
                    <a:p>
                      <a:pPr lvl="0">
                        <a:buNone/>
                      </a:pPr>
                      <a:r>
                        <a:rPr lang="en-US" sz="1350" b="1"/>
                        <a:t>84</a:t>
                      </a:r>
                    </a:p>
                  </a:txBody>
                  <a:tcPr/>
                </a:tc>
                <a:extLst>
                  <a:ext uri="{0D108BD9-81ED-4DB2-BD59-A6C34878D82A}">
                    <a16:rowId xmlns:a16="http://schemas.microsoft.com/office/drawing/2014/main" val="3894313924"/>
                  </a:ext>
                </a:extLst>
              </a:tr>
            </a:tbl>
          </a:graphicData>
        </a:graphic>
      </p:graphicFrame>
    </p:spTree>
    <p:extLst>
      <p:ext uri="{BB962C8B-B14F-4D97-AF65-F5344CB8AC3E}">
        <p14:creationId xmlns:p14="http://schemas.microsoft.com/office/powerpoint/2010/main" val="592955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39C6449-4E78-351F-54AB-73BC22A2D70A}"/>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0BB28C9-D8F7-A618-6217-53D28F3A06DF}"/>
              </a:ext>
            </a:extLst>
          </p:cNvPr>
          <p:cNvGraphicFramePr>
            <a:graphicFrameLocks/>
          </p:cNvGraphicFramePr>
          <p:nvPr>
            <p:extLst>
              <p:ext uri="{D42A27DB-BD31-4B8C-83A1-F6EECF244321}">
                <p14:modId xmlns:p14="http://schemas.microsoft.com/office/powerpoint/2010/main" val="317855915"/>
              </p:ext>
            </p:extLst>
          </p:nvPr>
        </p:nvGraphicFramePr>
        <p:xfrm>
          <a:off x="345056" y="1567132"/>
          <a:ext cx="8458194" cy="4469526"/>
        </p:xfrm>
        <a:graphic>
          <a:graphicData uri="http://schemas.openxmlformats.org/drawingml/2006/table">
            <a:tbl>
              <a:tblPr firstRow="1" bandRow="1">
                <a:tableStyleId>{5C22544A-7EE6-4342-B048-85BDC9FD1C3A}</a:tableStyleId>
              </a:tblPr>
              <a:tblGrid>
                <a:gridCol w="1409699">
                  <a:extLst>
                    <a:ext uri="{9D8B030D-6E8A-4147-A177-3AD203B41FA5}">
                      <a16:colId xmlns:a16="http://schemas.microsoft.com/office/drawing/2014/main" val="3486442109"/>
                    </a:ext>
                  </a:extLst>
                </a:gridCol>
                <a:gridCol w="1409699">
                  <a:extLst>
                    <a:ext uri="{9D8B030D-6E8A-4147-A177-3AD203B41FA5}">
                      <a16:colId xmlns:a16="http://schemas.microsoft.com/office/drawing/2014/main" val="2555616108"/>
                    </a:ext>
                  </a:extLst>
                </a:gridCol>
                <a:gridCol w="1409699">
                  <a:extLst>
                    <a:ext uri="{9D8B030D-6E8A-4147-A177-3AD203B41FA5}">
                      <a16:colId xmlns:a16="http://schemas.microsoft.com/office/drawing/2014/main" val="1311318755"/>
                    </a:ext>
                  </a:extLst>
                </a:gridCol>
                <a:gridCol w="1409699">
                  <a:extLst>
                    <a:ext uri="{9D8B030D-6E8A-4147-A177-3AD203B41FA5}">
                      <a16:colId xmlns:a16="http://schemas.microsoft.com/office/drawing/2014/main" val="2304122708"/>
                    </a:ext>
                  </a:extLst>
                </a:gridCol>
                <a:gridCol w="1409699">
                  <a:extLst>
                    <a:ext uri="{9D8B030D-6E8A-4147-A177-3AD203B41FA5}">
                      <a16:colId xmlns:a16="http://schemas.microsoft.com/office/drawing/2014/main" val="2897902133"/>
                    </a:ext>
                  </a:extLst>
                </a:gridCol>
                <a:gridCol w="1409699">
                  <a:extLst>
                    <a:ext uri="{9D8B030D-6E8A-4147-A177-3AD203B41FA5}">
                      <a16:colId xmlns:a16="http://schemas.microsoft.com/office/drawing/2014/main" val="1251578843"/>
                    </a:ext>
                  </a:extLst>
                </a:gridCol>
              </a:tblGrid>
              <a:tr h="1123887">
                <a:tc>
                  <a:txBody>
                    <a:bodyPr/>
                    <a:lstStyle/>
                    <a:p>
                      <a:r>
                        <a:rPr lang="en-US" sz="1200"/>
                        <a:t>Criteria</a:t>
                      </a:r>
                    </a:p>
                  </a:txBody>
                  <a:tcPr>
                    <a:solidFill>
                      <a:schemeClr val="accent4"/>
                    </a:solidFill>
                  </a:tcPr>
                </a:tc>
                <a:tc>
                  <a:txBody>
                    <a:bodyPr/>
                    <a:lstStyle/>
                    <a:p>
                      <a:r>
                        <a:rPr lang="en-US" sz="1200"/>
                        <a:t>Description</a:t>
                      </a:r>
                    </a:p>
                  </a:txBody>
                  <a:tcPr>
                    <a:solidFill>
                      <a:schemeClr val="accent4"/>
                    </a:solidFill>
                  </a:tcPr>
                </a:tc>
                <a:tc>
                  <a:txBody>
                    <a:bodyPr/>
                    <a:lstStyle/>
                    <a:p>
                      <a:r>
                        <a:rPr lang="en-US" sz="1200"/>
                        <a:t>Importance (1-5 scale)</a:t>
                      </a:r>
                    </a:p>
                  </a:txBody>
                  <a:tcPr>
                    <a:solidFill>
                      <a:schemeClr val="accent4"/>
                    </a:solidFill>
                  </a:tcPr>
                </a:tc>
                <a:tc>
                  <a:txBody>
                    <a:bodyPr/>
                    <a:lstStyle/>
                    <a:p>
                      <a:r>
                        <a:rPr lang="en-US" sz="1200"/>
                        <a:t>Solar Panel and Battery Setup</a:t>
                      </a:r>
                    </a:p>
                  </a:txBody>
                  <a:tcPr>
                    <a:solidFill>
                      <a:schemeClr val="accent4"/>
                    </a:solidFill>
                  </a:tcPr>
                </a:tc>
                <a:tc>
                  <a:txBody>
                    <a:bodyPr/>
                    <a:lstStyle/>
                    <a:p>
                      <a:r>
                        <a:rPr lang="en-US" sz="1200"/>
                        <a:t>Wind Turbine Generator</a:t>
                      </a:r>
                    </a:p>
                  </a:txBody>
                  <a:tcPr>
                    <a:solidFill>
                      <a:schemeClr val="accent4"/>
                    </a:solidFill>
                  </a:tcPr>
                </a:tc>
                <a:tc>
                  <a:txBody>
                    <a:bodyPr/>
                    <a:lstStyle/>
                    <a:p>
                      <a:r>
                        <a:rPr lang="en-US" sz="1200"/>
                        <a:t>3 Phase AC Integrated with Solar</a:t>
                      </a:r>
                    </a:p>
                  </a:txBody>
                  <a:tcPr>
                    <a:solidFill>
                      <a:schemeClr val="accent4"/>
                    </a:solidFill>
                  </a:tcPr>
                </a:tc>
                <a:extLst>
                  <a:ext uri="{0D108BD9-81ED-4DB2-BD59-A6C34878D82A}">
                    <a16:rowId xmlns:a16="http://schemas.microsoft.com/office/drawing/2014/main" val="2821972363"/>
                  </a:ext>
                </a:extLst>
              </a:tr>
              <a:tr h="786721">
                <a:tc>
                  <a:txBody>
                    <a:bodyPr/>
                    <a:lstStyle/>
                    <a:p>
                      <a:r>
                        <a:rPr lang="en-US" sz="1200"/>
                        <a:t>Feasibility</a:t>
                      </a:r>
                    </a:p>
                  </a:txBody>
                  <a:tcPr>
                    <a:solidFill>
                      <a:schemeClr val="accent4">
                        <a:lumMod val="40000"/>
                        <a:lumOff val="60000"/>
                      </a:schemeClr>
                    </a:solidFill>
                  </a:tcPr>
                </a:tc>
                <a:tc>
                  <a:txBody>
                    <a:bodyPr/>
                    <a:lstStyle/>
                    <a:p>
                      <a:r>
                        <a:rPr lang="en-US" sz="1200"/>
                        <a:t>Is it even possible?</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tc>
                  <a:txBody>
                    <a:bodyPr/>
                    <a:lstStyle/>
                    <a:p>
                      <a:r>
                        <a:rPr lang="en-US" sz="1200"/>
                        <a:t>0</a:t>
                      </a:r>
                    </a:p>
                  </a:txBody>
                  <a:tcPr>
                    <a:solidFill>
                      <a:schemeClr val="accent4">
                        <a:lumMod val="40000"/>
                        <a:lumOff val="60000"/>
                      </a:schemeClr>
                    </a:solidFill>
                  </a:tcPr>
                </a:tc>
                <a:tc>
                  <a:txBody>
                    <a:bodyPr/>
                    <a:lstStyle/>
                    <a:p>
                      <a:r>
                        <a:rPr lang="en-US" sz="1200"/>
                        <a:t>0</a:t>
                      </a:r>
                    </a:p>
                  </a:txBody>
                  <a:tcPr>
                    <a:solidFill>
                      <a:schemeClr val="accent4">
                        <a:lumMod val="40000"/>
                        <a:lumOff val="60000"/>
                      </a:schemeClr>
                    </a:solidFill>
                  </a:tcPr>
                </a:tc>
                <a:extLst>
                  <a:ext uri="{0D108BD9-81ED-4DB2-BD59-A6C34878D82A}">
                    <a16:rowId xmlns:a16="http://schemas.microsoft.com/office/drawing/2014/main" val="3691919877"/>
                  </a:ext>
                </a:extLst>
              </a:tr>
              <a:tr h="455798">
                <a:tc>
                  <a:txBody>
                    <a:bodyPr/>
                    <a:lstStyle/>
                    <a:p>
                      <a:r>
                        <a:rPr lang="en-US" sz="1200"/>
                        <a:t>Budget</a:t>
                      </a:r>
                    </a:p>
                  </a:txBody>
                  <a:tcPr>
                    <a:solidFill>
                      <a:schemeClr val="accent4">
                        <a:lumMod val="40000"/>
                        <a:lumOff val="60000"/>
                      </a:schemeClr>
                    </a:solidFill>
                  </a:tcPr>
                </a:tc>
                <a:tc>
                  <a:txBody>
                    <a:bodyPr/>
                    <a:lstStyle/>
                    <a:p>
                      <a:r>
                        <a:rPr lang="en-US" sz="1200"/>
                        <a:t>Does the design fit our budget?</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tc>
                  <a:txBody>
                    <a:bodyPr/>
                    <a:lstStyle/>
                    <a:p>
                      <a:r>
                        <a:rPr lang="en-US" sz="1200"/>
                        <a:t>4</a:t>
                      </a:r>
                    </a:p>
                  </a:txBody>
                  <a:tcPr>
                    <a:solidFill>
                      <a:schemeClr val="accent4">
                        <a:lumMod val="40000"/>
                        <a:lumOff val="60000"/>
                      </a:schemeClr>
                    </a:solidFill>
                  </a:tcPr>
                </a:tc>
                <a:tc>
                  <a:txBody>
                    <a:bodyPr/>
                    <a:lstStyle/>
                    <a:p>
                      <a:r>
                        <a:rPr lang="en-US" sz="1200"/>
                        <a:t>0</a:t>
                      </a:r>
                    </a:p>
                  </a:txBody>
                  <a:tcPr>
                    <a:solidFill>
                      <a:schemeClr val="accent4">
                        <a:lumMod val="40000"/>
                        <a:lumOff val="60000"/>
                      </a:schemeClr>
                    </a:solidFill>
                  </a:tcPr>
                </a:tc>
                <a:tc>
                  <a:txBody>
                    <a:bodyPr/>
                    <a:lstStyle/>
                    <a:p>
                      <a:r>
                        <a:rPr lang="en-US" sz="1200"/>
                        <a:t>0</a:t>
                      </a:r>
                    </a:p>
                  </a:txBody>
                  <a:tcPr>
                    <a:solidFill>
                      <a:schemeClr val="accent4">
                        <a:lumMod val="40000"/>
                        <a:lumOff val="60000"/>
                      </a:schemeClr>
                    </a:solidFill>
                  </a:tcPr>
                </a:tc>
                <a:extLst>
                  <a:ext uri="{0D108BD9-81ED-4DB2-BD59-A6C34878D82A}">
                    <a16:rowId xmlns:a16="http://schemas.microsoft.com/office/drawing/2014/main" val="655870712"/>
                  </a:ext>
                </a:extLst>
              </a:tr>
              <a:tr h="455798">
                <a:tc>
                  <a:txBody>
                    <a:bodyPr/>
                    <a:lstStyle/>
                    <a:p>
                      <a:r>
                        <a:rPr lang="en-US" sz="1200"/>
                        <a:t>Efficiency</a:t>
                      </a:r>
                    </a:p>
                  </a:txBody>
                  <a:tcPr>
                    <a:solidFill>
                      <a:schemeClr val="accent4">
                        <a:lumMod val="40000"/>
                        <a:lumOff val="60000"/>
                      </a:schemeClr>
                    </a:solidFill>
                  </a:tcPr>
                </a:tc>
                <a:tc>
                  <a:txBody>
                    <a:bodyPr/>
                    <a:lstStyle/>
                    <a:p>
                      <a:r>
                        <a:rPr lang="en-US" sz="1200"/>
                        <a:t>Is the design able to supply the needed power efficiently?</a:t>
                      </a:r>
                    </a:p>
                  </a:txBody>
                  <a:tcPr>
                    <a:solidFill>
                      <a:schemeClr val="accent4">
                        <a:lumMod val="40000"/>
                        <a:lumOff val="60000"/>
                      </a:schemeClr>
                    </a:solidFill>
                  </a:tcPr>
                </a:tc>
                <a:tc>
                  <a:txBody>
                    <a:bodyPr/>
                    <a:lstStyle/>
                    <a:p>
                      <a:r>
                        <a:rPr lang="en-US" sz="1200"/>
                        <a:t>4</a:t>
                      </a:r>
                    </a:p>
                  </a:txBody>
                  <a:tcPr>
                    <a:solidFill>
                      <a:schemeClr val="accent4">
                        <a:lumMod val="40000"/>
                        <a:lumOff val="60000"/>
                      </a:schemeClr>
                    </a:solidFill>
                  </a:tcPr>
                </a:tc>
                <a:tc>
                  <a:txBody>
                    <a:bodyPr/>
                    <a:lstStyle/>
                    <a:p>
                      <a:r>
                        <a:rPr lang="en-US" sz="1200"/>
                        <a:t>3</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extLst>
                  <a:ext uri="{0D108BD9-81ED-4DB2-BD59-A6C34878D82A}">
                    <a16:rowId xmlns:a16="http://schemas.microsoft.com/office/drawing/2014/main" val="4218700713"/>
                  </a:ext>
                </a:extLst>
              </a:tr>
              <a:tr h="455798">
                <a:tc>
                  <a:txBody>
                    <a:bodyPr/>
                    <a:lstStyle/>
                    <a:p>
                      <a:r>
                        <a:rPr lang="en-US" sz="1200"/>
                        <a:t>Consistency</a:t>
                      </a:r>
                    </a:p>
                  </a:txBody>
                  <a:tcPr>
                    <a:solidFill>
                      <a:schemeClr val="accent4">
                        <a:lumMod val="40000"/>
                        <a:lumOff val="60000"/>
                      </a:schemeClr>
                    </a:solidFill>
                  </a:tcPr>
                </a:tc>
                <a:tc>
                  <a:txBody>
                    <a:bodyPr/>
                    <a:lstStyle/>
                    <a:p>
                      <a:r>
                        <a:rPr lang="en-US" sz="1200"/>
                        <a:t>Is the design able to supply the needed power consistently?</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tc>
                  <a:txBody>
                    <a:bodyPr/>
                    <a:lstStyle/>
                    <a:p>
                      <a:r>
                        <a:rPr lang="en-US" sz="1200"/>
                        <a:t>3</a:t>
                      </a:r>
                    </a:p>
                  </a:txBody>
                  <a:tcPr>
                    <a:solidFill>
                      <a:schemeClr val="accent4">
                        <a:lumMod val="40000"/>
                        <a:lumOff val="60000"/>
                      </a:schemeClr>
                    </a:solidFill>
                  </a:tcPr>
                </a:tc>
                <a:tc>
                  <a:txBody>
                    <a:bodyPr/>
                    <a:lstStyle/>
                    <a:p>
                      <a:r>
                        <a:rPr lang="en-US" sz="1200"/>
                        <a:t>3</a:t>
                      </a:r>
                    </a:p>
                  </a:txBody>
                  <a:tcPr>
                    <a:solidFill>
                      <a:schemeClr val="accent4">
                        <a:lumMod val="40000"/>
                        <a:lumOff val="60000"/>
                      </a:schemeClr>
                    </a:solidFill>
                  </a:tcPr>
                </a:tc>
                <a:tc>
                  <a:txBody>
                    <a:bodyPr/>
                    <a:lstStyle/>
                    <a:p>
                      <a:r>
                        <a:rPr lang="en-US" sz="1200"/>
                        <a:t>5</a:t>
                      </a:r>
                    </a:p>
                  </a:txBody>
                  <a:tcPr>
                    <a:solidFill>
                      <a:schemeClr val="accent4">
                        <a:lumMod val="40000"/>
                        <a:lumOff val="60000"/>
                      </a:schemeClr>
                    </a:solidFill>
                  </a:tcPr>
                </a:tc>
                <a:extLst>
                  <a:ext uri="{0D108BD9-81ED-4DB2-BD59-A6C34878D82A}">
                    <a16:rowId xmlns:a16="http://schemas.microsoft.com/office/drawing/2014/main" val="2058225265"/>
                  </a:ext>
                </a:extLst>
              </a:tr>
              <a:tr h="455798">
                <a:tc>
                  <a:txBody>
                    <a:bodyPr/>
                    <a:lstStyle/>
                    <a:p>
                      <a:r>
                        <a:rPr lang="en-US" sz="1200" b="1"/>
                        <a:t>Total</a:t>
                      </a:r>
                    </a:p>
                  </a:txBody>
                  <a:tcPr>
                    <a:solidFill>
                      <a:schemeClr val="accent4">
                        <a:lumMod val="40000"/>
                        <a:lumOff val="60000"/>
                      </a:schemeClr>
                    </a:solidFill>
                  </a:tcPr>
                </a:tc>
                <a:tc>
                  <a:txBody>
                    <a:bodyPr/>
                    <a:lstStyle/>
                    <a:p>
                      <a:endParaRPr lang="en-US" sz="1200"/>
                    </a:p>
                  </a:txBody>
                  <a:tcPr>
                    <a:solidFill>
                      <a:schemeClr val="accent4">
                        <a:lumMod val="40000"/>
                        <a:lumOff val="60000"/>
                      </a:schemeClr>
                    </a:solidFill>
                  </a:tcPr>
                </a:tc>
                <a:tc>
                  <a:txBody>
                    <a:bodyPr/>
                    <a:lstStyle/>
                    <a:p>
                      <a:endParaRPr lang="en-US" sz="1200"/>
                    </a:p>
                  </a:txBody>
                  <a:tcPr>
                    <a:solidFill>
                      <a:schemeClr val="accent4">
                        <a:lumMod val="40000"/>
                        <a:lumOff val="60000"/>
                      </a:schemeClr>
                    </a:solidFill>
                  </a:tcPr>
                </a:tc>
                <a:tc>
                  <a:txBody>
                    <a:bodyPr/>
                    <a:lstStyle/>
                    <a:p>
                      <a:r>
                        <a:rPr lang="en-US" sz="1200" b="1"/>
                        <a:t>72</a:t>
                      </a:r>
                    </a:p>
                  </a:txBody>
                  <a:tcPr>
                    <a:solidFill>
                      <a:schemeClr val="accent4">
                        <a:lumMod val="40000"/>
                        <a:lumOff val="60000"/>
                      </a:schemeClr>
                    </a:solidFill>
                  </a:tcPr>
                </a:tc>
                <a:tc>
                  <a:txBody>
                    <a:bodyPr/>
                    <a:lstStyle/>
                    <a:p>
                      <a:r>
                        <a:rPr lang="en-US" sz="1200" b="1"/>
                        <a:t>35</a:t>
                      </a:r>
                    </a:p>
                  </a:txBody>
                  <a:tcPr>
                    <a:solidFill>
                      <a:schemeClr val="accent4">
                        <a:lumMod val="40000"/>
                        <a:lumOff val="60000"/>
                      </a:schemeClr>
                    </a:solidFill>
                  </a:tcPr>
                </a:tc>
                <a:tc>
                  <a:txBody>
                    <a:bodyPr/>
                    <a:lstStyle/>
                    <a:p>
                      <a:r>
                        <a:rPr lang="en-US" sz="1200" b="1"/>
                        <a:t>45</a:t>
                      </a:r>
                    </a:p>
                  </a:txBody>
                  <a:tcPr>
                    <a:solidFill>
                      <a:schemeClr val="accent4">
                        <a:lumMod val="40000"/>
                        <a:lumOff val="60000"/>
                      </a:schemeClr>
                    </a:solidFill>
                  </a:tcPr>
                </a:tc>
                <a:extLst>
                  <a:ext uri="{0D108BD9-81ED-4DB2-BD59-A6C34878D82A}">
                    <a16:rowId xmlns:a16="http://schemas.microsoft.com/office/drawing/2014/main" val="1496070945"/>
                  </a:ext>
                </a:extLst>
              </a:tr>
            </a:tbl>
          </a:graphicData>
        </a:graphic>
      </p:graphicFrame>
      <p:sp>
        <p:nvSpPr>
          <p:cNvPr id="5" name="TextBox 4">
            <a:extLst>
              <a:ext uri="{FF2B5EF4-FFF2-40B4-BE49-F238E27FC236}">
                <a16:creationId xmlns:a16="http://schemas.microsoft.com/office/drawing/2014/main" id="{78367A2A-FC92-F0CA-2598-FFA2D9D24834}"/>
              </a:ext>
            </a:extLst>
          </p:cNvPr>
          <p:cNvSpPr txBox="1"/>
          <p:nvPr/>
        </p:nvSpPr>
        <p:spPr>
          <a:xfrm>
            <a:off x="169410" y="720498"/>
            <a:ext cx="882559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solidFill>
                  <a:schemeClr val="tx1"/>
                </a:solidFill>
                <a:latin typeface="Calibri"/>
              </a:rPr>
              <a:t>Power System Decision Matrix</a:t>
            </a:r>
          </a:p>
        </p:txBody>
      </p:sp>
    </p:spTree>
    <p:extLst>
      <p:ext uri="{BB962C8B-B14F-4D97-AF65-F5344CB8AC3E}">
        <p14:creationId xmlns:p14="http://schemas.microsoft.com/office/powerpoint/2010/main" val="2625191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5066D18-A5D1-6700-2616-B04D208A5F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DBA8F0-1E8A-3695-D973-880E1AB178BF}"/>
              </a:ext>
            </a:extLst>
          </p:cNvPr>
          <p:cNvSpPr txBox="1"/>
          <p:nvPr/>
        </p:nvSpPr>
        <p:spPr>
          <a:xfrm>
            <a:off x="996780" y="832022"/>
            <a:ext cx="715044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solidFill>
                  <a:schemeClr val="tx1"/>
                </a:solidFill>
                <a:latin typeface="Calibri"/>
                <a:ea typeface="Calibri"/>
                <a:cs typeface="Calibri"/>
              </a:rPr>
              <a:t>Power System Overview</a:t>
            </a:r>
            <a:endParaRPr lang="en-US" sz="4400">
              <a:solidFill>
                <a:schemeClr val="tx1"/>
              </a:solidFill>
              <a:latin typeface="Calibri"/>
            </a:endParaRPr>
          </a:p>
        </p:txBody>
      </p:sp>
      <p:pic>
        <p:nvPicPr>
          <p:cNvPr id="5" name="Picture 4" descr="A diagram of a system&#10;&#10;AI-generated content may be incorrect.">
            <a:extLst>
              <a:ext uri="{FF2B5EF4-FFF2-40B4-BE49-F238E27FC236}">
                <a16:creationId xmlns:a16="http://schemas.microsoft.com/office/drawing/2014/main" id="{A3221A9D-EFE1-891E-574C-D2EDA6C9027D}"/>
              </a:ext>
            </a:extLst>
          </p:cNvPr>
          <p:cNvPicPr>
            <a:picLocks noChangeAspect="1"/>
          </p:cNvPicPr>
          <p:nvPr/>
        </p:nvPicPr>
        <p:blipFill>
          <a:blip r:embed="rId3">
            <a:extLst>
              <a:ext uri="{28A0092B-C50C-407E-A947-70E740481C1C}">
                <a14:useLocalDpi xmlns:a14="http://schemas.microsoft.com/office/drawing/2010/main" val="0"/>
              </a:ext>
            </a:extLst>
          </a:blip>
          <a:srcRect l="3333" t="22222" r="4168" b="21482"/>
          <a:stretch>
            <a:fillRect/>
          </a:stretch>
        </p:blipFill>
        <p:spPr>
          <a:xfrm>
            <a:off x="451187" y="2019300"/>
            <a:ext cx="8235613" cy="2819400"/>
          </a:xfrm>
          <a:prstGeom prst="rect">
            <a:avLst/>
          </a:prstGeom>
        </p:spPr>
      </p:pic>
    </p:spTree>
    <p:extLst>
      <p:ext uri="{BB962C8B-B14F-4D97-AF65-F5344CB8AC3E}">
        <p14:creationId xmlns:p14="http://schemas.microsoft.com/office/powerpoint/2010/main" val="1764215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646A4-ED52-F521-9182-C8EAC687F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0C0DB-554F-F912-1371-150493AFBB1A}"/>
              </a:ext>
            </a:extLst>
          </p:cNvPr>
          <p:cNvSpPr>
            <a:spLocks noGrp="1"/>
          </p:cNvSpPr>
          <p:nvPr>
            <p:ph type="title"/>
          </p:nvPr>
        </p:nvSpPr>
        <p:spPr>
          <a:xfrm>
            <a:off x="457200" y="532174"/>
            <a:ext cx="8229600" cy="1143000"/>
          </a:xfrm>
        </p:spPr>
        <p:txBody>
          <a:bodyPr/>
          <a:lstStyle/>
          <a:p>
            <a:r>
              <a:rPr lang="en-US"/>
              <a:t>System Risk Analysis</a:t>
            </a:r>
          </a:p>
        </p:txBody>
      </p:sp>
      <p:graphicFrame>
        <p:nvGraphicFramePr>
          <p:cNvPr id="5" name="Table 4">
            <a:extLst>
              <a:ext uri="{FF2B5EF4-FFF2-40B4-BE49-F238E27FC236}">
                <a16:creationId xmlns:a16="http://schemas.microsoft.com/office/drawing/2014/main" id="{CF26D37B-BAE3-E84B-50F1-DD49F77F406A}"/>
              </a:ext>
            </a:extLst>
          </p:cNvPr>
          <p:cNvGraphicFramePr>
            <a:graphicFrameLocks noGrp="1"/>
          </p:cNvGraphicFramePr>
          <p:nvPr>
            <p:extLst>
              <p:ext uri="{D42A27DB-BD31-4B8C-83A1-F6EECF244321}">
                <p14:modId xmlns:p14="http://schemas.microsoft.com/office/powerpoint/2010/main" val="1754457441"/>
              </p:ext>
            </p:extLst>
          </p:nvPr>
        </p:nvGraphicFramePr>
        <p:xfrm>
          <a:off x="0" y="1914144"/>
          <a:ext cx="5495544" cy="3845560"/>
        </p:xfrm>
        <a:graphic>
          <a:graphicData uri="http://schemas.openxmlformats.org/drawingml/2006/table">
            <a:tbl>
              <a:tblPr firstRow="1" bandRow="1">
                <a:tableStyleId>{5C22544A-7EE6-4342-B048-85BDC9FD1C3A}</a:tableStyleId>
              </a:tblPr>
              <a:tblGrid>
                <a:gridCol w="1831848">
                  <a:extLst>
                    <a:ext uri="{9D8B030D-6E8A-4147-A177-3AD203B41FA5}">
                      <a16:colId xmlns:a16="http://schemas.microsoft.com/office/drawing/2014/main" val="563124833"/>
                    </a:ext>
                  </a:extLst>
                </a:gridCol>
                <a:gridCol w="1831848">
                  <a:extLst>
                    <a:ext uri="{9D8B030D-6E8A-4147-A177-3AD203B41FA5}">
                      <a16:colId xmlns:a16="http://schemas.microsoft.com/office/drawing/2014/main" val="2615955177"/>
                    </a:ext>
                  </a:extLst>
                </a:gridCol>
                <a:gridCol w="1831848">
                  <a:extLst>
                    <a:ext uri="{9D8B030D-6E8A-4147-A177-3AD203B41FA5}">
                      <a16:colId xmlns:a16="http://schemas.microsoft.com/office/drawing/2014/main" val="2541959284"/>
                    </a:ext>
                  </a:extLst>
                </a:gridCol>
              </a:tblGrid>
              <a:tr h="370840">
                <a:tc>
                  <a:txBody>
                    <a:bodyPr/>
                    <a:lstStyle/>
                    <a:p>
                      <a:r>
                        <a:rPr lang="en-US"/>
                        <a:t>Risk</a:t>
                      </a:r>
                    </a:p>
                  </a:txBody>
                  <a:tcPr>
                    <a:solidFill>
                      <a:schemeClr val="accent4"/>
                    </a:solidFill>
                  </a:tcPr>
                </a:tc>
                <a:tc>
                  <a:txBody>
                    <a:bodyPr/>
                    <a:lstStyle/>
                    <a:p>
                      <a:r>
                        <a:rPr lang="en-US"/>
                        <a:t>Safety Measures</a:t>
                      </a:r>
                    </a:p>
                  </a:txBody>
                  <a:tcPr>
                    <a:solidFill>
                      <a:schemeClr val="accent4"/>
                    </a:solidFill>
                  </a:tcPr>
                </a:tc>
                <a:tc>
                  <a:txBody>
                    <a:bodyPr/>
                    <a:lstStyle/>
                    <a:p>
                      <a:r>
                        <a:rPr lang="en-US"/>
                        <a:t>Responsibility</a:t>
                      </a:r>
                    </a:p>
                  </a:txBody>
                  <a:tcPr>
                    <a:solidFill>
                      <a:schemeClr val="accent4"/>
                    </a:solidFill>
                  </a:tcPr>
                </a:tc>
                <a:extLst>
                  <a:ext uri="{0D108BD9-81ED-4DB2-BD59-A6C34878D82A}">
                    <a16:rowId xmlns:a16="http://schemas.microsoft.com/office/drawing/2014/main" val="3304707295"/>
                  </a:ext>
                </a:extLst>
              </a:tr>
              <a:tr h="370840">
                <a:tc>
                  <a:txBody>
                    <a:bodyPr/>
                    <a:lstStyle/>
                    <a:p>
                      <a:r>
                        <a:rPr lang="en-US"/>
                        <a:t>Insufficient generation/power in low generation periods (battery sagging)</a:t>
                      </a:r>
                    </a:p>
                  </a:txBody>
                  <a:tcPr>
                    <a:solidFill>
                      <a:schemeClr val="accent4">
                        <a:lumMod val="40000"/>
                        <a:lumOff val="60000"/>
                      </a:schemeClr>
                    </a:solidFill>
                  </a:tcPr>
                </a:tc>
                <a:tc>
                  <a:txBody>
                    <a:bodyPr/>
                    <a:lstStyle/>
                    <a:p>
                      <a:r>
                        <a:rPr lang="en-US"/>
                        <a:t>Safety margin in power needs and battery capacity</a:t>
                      </a:r>
                    </a:p>
                  </a:txBody>
                  <a:tcPr>
                    <a:solidFill>
                      <a:schemeClr val="accent4">
                        <a:lumMod val="40000"/>
                        <a:lumOff val="60000"/>
                      </a:schemeClr>
                    </a:solidFill>
                  </a:tcPr>
                </a:tc>
                <a:tc>
                  <a:txBody>
                    <a:bodyPr/>
                    <a:lstStyle/>
                    <a:p>
                      <a:r>
                        <a:rPr lang="en-US"/>
                        <a:t>Abdullah Ali</a:t>
                      </a:r>
                    </a:p>
                  </a:txBody>
                  <a:tcPr>
                    <a:solidFill>
                      <a:schemeClr val="accent4">
                        <a:lumMod val="40000"/>
                        <a:lumOff val="60000"/>
                      </a:schemeClr>
                    </a:solidFill>
                  </a:tcPr>
                </a:tc>
                <a:extLst>
                  <a:ext uri="{0D108BD9-81ED-4DB2-BD59-A6C34878D82A}">
                    <a16:rowId xmlns:a16="http://schemas.microsoft.com/office/drawing/2014/main" val="867249950"/>
                  </a:ext>
                </a:extLst>
              </a:tr>
              <a:tr h="370840">
                <a:tc>
                  <a:txBody>
                    <a:bodyPr/>
                    <a:lstStyle/>
                    <a:p>
                      <a:r>
                        <a:rPr lang="en-US"/>
                        <a:t>Overgeneration/Charging during unexpected extended peak hours</a:t>
                      </a:r>
                    </a:p>
                  </a:txBody>
                  <a:tcPr>
                    <a:solidFill>
                      <a:schemeClr val="accent4">
                        <a:lumMod val="40000"/>
                        <a:lumOff val="60000"/>
                      </a:schemeClr>
                    </a:solidFill>
                  </a:tcPr>
                </a:tc>
                <a:tc>
                  <a:txBody>
                    <a:bodyPr/>
                    <a:lstStyle/>
                    <a:p>
                      <a:r>
                        <a:rPr lang="en-US"/>
                        <a:t>Charge Controllers and power protection relay system</a:t>
                      </a:r>
                    </a:p>
                  </a:txBody>
                  <a:tcPr>
                    <a:solidFill>
                      <a:schemeClr val="accent4">
                        <a:lumMod val="40000"/>
                        <a:lumOff val="60000"/>
                      </a:schemeClr>
                    </a:solidFill>
                  </a:tcPr>
                </a:tc>
                <a:tc>
                  <a:txBody>
                    <a:bodyPr/>
                    <a:lstStyle/>
                    <a:p>
                      <a:r>
                        <a:rPr lang="en-US"/>
                        <a:t>Christian Evans</a:t>
                      </a:r>
                    </a:p>
                  </a:txBody>
                  <a:tcPr>
                    <a:solidFill>
                      <a:schemeClr val="accent4">
                        <a:lumMod val="40000"/>
                        <a:lumOff val="60000"/>
                      </a:schemeClr>
                    </a:solidFill>
                  </a:tcPr>
                </a:tc>
                <a:extLst>
                  <a:ext uri="{0D108BD9-81ED-4DB2-BD59-A6C34878D82A}">
                    <a16:rowId xmlns:a16="http://schemas.microsoft.com/office/drawing/2014/main" val="1718932357"/>
                  </a:ext>
                </a:extLst>
              </a:tr>
              <a:tr h="370840">
                <a:tc>
                  <a:txBody>
                    <a:bodyPr/>
                    <a:lstStyle/>
                    <a:p>
                      <a:r>
                        <a:rPr lang="en-US"/>
                        <a:t>Cyber-attacks due to wireless transmission</a:t>
                      </a:r>
                    </a:p>
                  </a:txBody>
                  <a:tcPr>
                    <a:solidFill>
                      <a:schemeClr val="accent4">
                        <a:lumMod val="40000"/>
                        <a:lumOff val="60000"/>
                      </a:schemeClr>
                    </a:solidFill>
                  </a:tcPr>
                </a:tc>
                <a:tc>
                  <a:txBody>
                    <a:bodyPr/>
                    <a:lstStyle/>
                    <a:p>
                      <a:r>
                        <a:rPr lang="en-US"/>
                        <a:t>IoT uses network servers, so there should be some general security overview for it</a:t>
                      </a:r>
                    </a:p>
                  </a:txBody>
                  <a:tcPr>
                    <a:solidFill>
                      <a:schemeClr val="accent4">
                        <a:lumMod val="40000"/>
                        <a:lumOff val="60000"/>
                      </a:schemeClr>
                    </a:solidFill>
                  </a:tcPr>
                </a:tc>
                <a:tc>
                  <a:txBody>
                    <a:bodyPr/>
                    <a:lstStyle/>
                    <a:p>
                      <a:r>
                        <a:rPr lang="en-US"/>
                        <a:t>Ben Rogers</a:t>
                      </a:r>
                    </a:p>
                  </a:txBody>
                  <a:tcPr>
                    <a:solidFill>
                      <a:schemeClr val="accent4">
                        <a:lumMod val="40000"/>
                        <a:lumOff val="60000"/>
                      </a:schemeClr>
                    </a:solidFill>
                  </a:tcPr>
                </a:tc>
                <a:extLst>
                  <a:ext uri="{0D108BD9-81ED-4DB2-BD59-A6C34878D82A}">
                    <a16:rowId xmlns:a16="http://schemas.microsoft.com/office/drawing/2014/main" val="3284569240"/>
                  </a:ext>
                </a:extLst>
              </a:tr>
            </a:tbl>
          </a:graphicData>
        </a:graphic>
      </p:graphicFrame>
      <p:pic>
        <p:nvPicPr>
          <p:cNvPr id="3074" name="Picture 2" descr="Electroboom: Electric Explosion Compilation (#5) - YouTube">
            <a:extLst>
              <a:ext uri="{FF2B5EF4-FFF2-40B4-BE49-F238E27FC236}">
                <a16:creationId xmlns:a16="http://schemas.microsoft.com/office/drawing/2014/main" id="{6824FE1B-7FFE-01F6-A2ED-36AE4AC01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8592" y="2403729"/>
            <a:ext cx="3645408" cy="2050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655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D3251-91E3-CB35-4B8C-D260632B490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1E93122-6CE6-0804-BB77-3BBD93A2B4EA}"/>
              </a:ext>
            </a:extLst>
          </p:cNvPr>
          <p:cNvGraphicFramePr>
            <a:graphicFrameLocks noGrp="1"/>
          </p:cNvGraphicFramePr>
          <p:nvPr>
            <p:extLst>
              <p:ext uri="{D42A27DB-BD31-4B8C-83A1-F6EECF244321}">
                <p14:modId xmlns:p14="http://schemas.microsoft.com/office/powerpoint/2010/main" val="2441197410"/>
              </p:ext>
            </p:extLst>
          </p:nvPr>
        </p:nvGraphicFramePr>
        <p:xfrm>
          <a:off x="0" y="763050"/>
          <a:ext cx="9144000" cy="5268089"/>
        </p:xfrm>
        <a:graphic>
          <a:graphicData uri="http://schemas.openxmlformats.org/drawingml/2006/table">
            <a:tbl>
              <a:tblPr firstRow="1" bandRow="1">
                <a:tableStyleId>{775DCB02-9BB8-47FD-8907-85C794F793BA}</a:tableStyleId>
              </a:tblPr>
              <a:tblGrid>
                <a:gridCol w="521119">
                  <a:extLst>
                    <a:ext uri="{9D8B030D-6E8A-4147-A177-3AD203B41FA5}">
                      <a16:colId xmlns:a16="http://schemas.microsoft.com/office/drawing/2014/main" val="1283730541"/>
                    </a:ext>
                  </a:extLst>
                </a:gridCol>
                <a:gridCol w="1536281">
                  <a:extLst>
                    <a:ext uri="{9D8B030D-6E8A-4147-A177-3AD203B41FA5}">
                      <a16:colId xmlns:a16="http://schemas.microsoft.com/office/drawing/2014/main" val="2815115203"/>
                    </a:ext>
                  </a:extLst>
                </a:gridCol>
                <a:gridCol w="1417320">
                  <a:extLst>
                    <a:ext uri="{9D8B030D-6E8A-4147-A177-3AD203B41FA5}">
                      <a16:colId xmlns:a16="http://schemas.microsoft.com/office/drawing/2014/main" val="651081372"/>
                    </a:ext>
                  </a:extLst>
                </a:gridCol>
                <a:gridCol w="1792224">
                  <a:extLst>
                    <a:ext uri="{9D8B030D-6E8A-4147-A177-3AD203B41FA5}">
                      <a16:colId xmlns:a16="http://schemas.microsoft.com/office/drawing/2014/main" val="1219476825"/>
                    </a:ext>
                  </a:extLst>
                </a:gridCol>
                <a:gridCol w="1810512">
                  <a:extLst>
                    <a:ext uri="{9D8B030D-6E8A-4147-A177-3AD203B41FA5}">
                      <a16:colId xmlns:a16="http://schemas.microsoft.com/office/drawing/2014/main" val="1615822132"/>
                    </a:ext>
                  </a:extLst>
                </a:gridCol>
                <a:gridCol w="2066544">
                  <a:extLst>
                    <a:ext uri="{9D8B030D-6E8A-4147-A177-3AD203B41FA5}">
                      <a16:colId xmlns:a16="http://schemas.microsoft.com/office/drawing/2014/main" val="962102487"/>
                    </a:ext>
                  </a:extLst>
                </a:gridCol>
              </a:tblGrid>
              <a:tr h="577958">
                <a:tc>
                  <a:txBody>
                    <a:bodyPr/>
                    <a:lstStyle/>
                    <a:p>
                      <a:pPr algn="ctr"/>
                      <a:r>
                        <a:rPr lang="en-US"/>
                        <a:t>ID</a:t>
                      </a:r>
                    </a:p>
                  </a:txBody>
                  <a:tcPr/>
                </a:tc>
                <a:tc>
                  <a:txBody>
                    <a:bodyPr/>
                    <a:lstStyle/>
                    <a:p>
                      <a:pPr algn="ctr"/>
                      <a:r>
                        <a:rPr lang="en-US"/>
                        <a:t>Requirement</a:t>
                      </a:r>
                    </a:p>
                  </a:txBody>
                  <a:tcPr/>
                </a:tc>
                <a:tc gridSpan="4">
                  <a:txBody>
                    <a:bodyPr/>
                    <a:lstStyle/>
                    <a:p>
                      <a:pPr algn="ctr"/>
                      <a:r>
                        <a:rPr lang="en-US"/>
                        <a:t>Verification Method</a:t>
                      </a:r>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3357166394"/>
                  </a:ext>
                </a:extLst>
              </a:tr>
              <a:tr h="428369">
                <a:tc>
                  <a:txBody>
                    <a:bodyPr/>
                    <a:lstStyle/>
                    <a:p>
                      <a:pPr algn="ctr"/>
                      <a:endParaRPr lang="en-US"/>
                    </a:p>
                  </a:txBody>
                  <a:tcPr/>
                </a:tc>
                <a:tc>
                  <a:txBody>
                    <a:bodyPr/>
                    <a:lstStyle/>
                    <a:p>
                      <a:pPr algn="ctr"/>
                      <a:endParaRPr lang="en-US"/>
                    </a:p>
                  </a:txBody>
                  <a:tcPr/>
                </a:tc>
                <a:tc>
                  <a:txBody>
                    <a:bodyPr/>
                    <a:lstStyle/>
                    <a:p>
                      <a:pPr algn="ctr"/>
                      <a:r>
                        <a:rPr lang="en-US" sz="1400" b="0" i="0" u="none" strike="noStrike" cap="none">
                          <a:solidFill>
                            <a:schemeClr val="dk1"/>
                          </a:solidFill>
                          <a:effectLst/>
                          <a:latin typeface="+mn-lt"/>
                          <a:ea typeface="+mn-ea"/>
                          <a:cs typeface="+mn-cs"/>
                          <a:sym typeface="Arial"/>
                        </a:rPr>
                        <a:t>Analysis</a:t>
                      </a:r>
                      <a:endParaRPr lang="en-US"/>
                    </a:p>
                  </a:txBody>
                  <a:tcPr/>
                </a:tc>
                <a:tc>
                  <a:txBody>
                    <a:bodyPr/>
                    <a:lstStyle/>
                    <a:p>
                      <a:pPr algn="ctr"/>
                      <a:r>
                        <a:rPr lang="en-US" sz="1400" b="0" i="0" u="none" strike="noStrike" cap="none">
                          <a:solidFill>
                            <a:schemeClr val="dk1"/>
                          </a:solidFill>
                          <a:effectLst/>
                          <a:latin typeface="+mn-lt"/>
                          <a:ea typeface="+mn-ea"/>
                          <a:cs typeface="+mn-cs"/>
                          <a:sym typeface="Arial"/>
                        </a:rPr>
                        <a:t>Demonstration</a:t>
                      </a:r>
                      <a:endParaRPr lang="en-US"/>
                    </a:p>
                  </a:txBody>
                  <a:tcPr/>
                </a:tc>
                <a:tc>
                  <a:txBody>
                    <a:bodyPr/>
                    <a:lstStyle/>
                    <a:p>
                      <a:pPr algn="ctr"/>
                      <a:r>
                        <a:rPr lang="en-US" sz="1400" b="0" i="0" u="none" strike="noStrike" cap="none">
                          <a:solidFill>
                            <a:schemeClr val="dk1"/>
                          </a:solidFill>
                          <a:effectLst/>
                          <a:latin typeface="+mn-lt"/>
                          <a:ea typeface="+mn-ea"/>
                          <a:cs typeface="+mn-cs"/>
                          <a:sym typeface="Arial"/>
                        </a:rPr>
                        <a:t>Inspection</a:t>
                      </a:r>
                      <a:endParaRPr lang="en-US"/>
                    </a:p>
                  </a:txBody>
                  <a:tcPr/>
                </a:tc>
                <a:tc>
                  <a:txBody>
                    <a:bodyPr/>
                    <a:lstStyle/>
                    <a:p>
                      <a:pPr algn="ctr"/>
                      <a:r>
                        <a:rPr lang="en-US" sz="1400" b="0" i="0" u="none" strike="noStrike" cap="none">
                          <a:solidFill>
                            <a:schemeClr val="dk1"/>
                          </a:solidFill>
                          <a:effectLst/>
                          <a:latin typeface="+mn-lt"/>
                          <a:ea typeface="+mn-ea"/>
                          <a:cs typeface="+mn-cs"/>
                          <a:sym typeface="Arial"/>
                        </a:rPr>
                        <a:t>Test</a:t>
                      </a:r>
                      <a:endParaRPr lang="en-US"/>
                    </a:p>
                  </a:txBody>
                  <a:tcPr/>
                </a:tc>
                <a:extLst>
                  <a:ext uri="{0D108BD9-81ED-4DB2-BD59-A6C34878D82A}">
                    <a16:rowId xmlns:a16="http://schemas.microsoft.com/office/drawing/2014/main" val="865360419"/>
                  </a:ext>
                </a:extLst>
              </a:tr>
              <a:tr h="493289">
                <a:tc>
                  <a:txBody>
                    <a:bodyPr/>
                    <a:lstStyle/>
                    <a:p>
                      <a:pPr algn="ctr"/>
                      <a:r>
                        <a:rPr lang="en-US"/>
                        <a:t>1.0</a:t>
                      </a:r>
                    </a:p>
                  </a:txBody>
                  <a:tcPr/>
                </a:tc>
                <a:tc>
                  <a:txBody>
                    <a:bodyPr/>
                    <a:lstStyle/>
                    <a:p>
                      <a:pPr algn="ctr"/>
                      <a:r>
                        <a:rPr lang="en-US"/>
                        <a:t>Cost Efficient</a:t>
                      </a:r>
                    </a:p>
                  </a:txBody>
                  <a:tcPr/>
                </a:tc>
                <a:tc>
                  <a:txBody>
                    <a:bodyPr/>
                    <a:lstStyle/>
                    <a:p>
                      <a:pPr algn="ctr"/>
                      <a:r>
                        <a:rPr lang="en-US"/>
                        <a:t>X</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479924082"/>
                  </a:ext>
                </a:extLst>
              </a:tr>
              <a:tr h="777595">
                <a:tc>
                  <a:txBody>
                    <a:bodyPr/>
                    <a:lstStyle/>
                    <a:p>
                      <a:pPr algn="ctr"/>
                      <a:r>
                        <a:rPr lang="en-US"/>
                        <a:t>2.0</a:t>
                      </a:r>
                    </a:p>
                  </a:txBody>
                  <a:tcPr/>
                </a:tc>
                <a:tc>
                  <a:txBody>
                    <a:bodyPr/>
                    <a:lstStyle/>
                    <a:p>
                      <a:pPr algn="ctr"/>
                      <a:r>
                        <a:rPr lang="en-US"/>
                        <a:t>Wireless Transmission Distance</a:t>
                      </a:r>
                    </a:p>
                  </a:txBody>
                  <a:tcPr/>
                </a:tc>
                <a:tc>
                  <a:txBody>
                    <a:bodyPr/>
                    <a:lstStyle/>
                    <a:p>
                      <a:pPr algn="ctr"/>
                      <a:endParaRPr lang="en-US"/>
                    </a:p>
                  </a:txBody>
                  <a:tcPr/>
                </a:tc>
                <a:tc>
                  <a:txBody>
                    <a:bodyPr/>
                    <a:lstStyle/>
                    <a:p>
                      <a:pPr algn="ctr"/>
                      <a:r>
                        <a:rPr lang="en-US"/>
                        <a:t>X</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063973305"/>
                  </a:ext>
                </a:extLst>
              </a:tr>
              <a:tr h="568439">
                <a:tc>
                  <a:txBody>
                    <a:bodyPr/>
                    <a:lstStyle/>
                    <a:p>
                      <a:pPr algn="ctr"/>
                      <a:r>
                        <a:rPr lang="en-US"/>
                        <a:t>3.0</a:t>
                      </a:r>
                    </a:p>
                  </a:txBody>
                  <a:tcPr/>
                </a:tc>
                <a:tc>
                  <a:txBody>
                    <a:bodyPr/>
                    <a:lstStyle/>
                    <a:p>
                      <a:pPr algn="ctr"/>
                      <a:r>
                        <a:rPr lang="en-US"/>
                        <a:t>Convenient maintenance</a:t>
                      </a:r>
                    </a:p>
                  </a:txBody>
                  <a:tcPr/>
                </a:tc>
                <a:tc>
                  <a:txBody>
                    <a:bodyPr/>
                    <a:lstStyle/>
                    <a:p>
                      <a:pPr algn="ctr"/>
                      <a:endParaRPr lang="en-US"/>
                    </a:p>
                  </a:txBody>
                  <a:tcPr/>
                </a:tc>
                <a:tc>
                  <a:txBody>
                    <a:bodyPr/>
                    <a:lstStyle/>
                    <a:p>
                      <a:pPr algn="ctr"/>
                      <a:r>
                        <a:rPr lang="en-US"/>
                        <a:t>X</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4094596210"/>
                  </a:ext>
                </a:extLst>
              </a:tr>
              <a:tr h="658193">
                <a:tc>
                  <a:txBody>
                    <a:bodyPr/>
                    <a:lstStyle/>
                    <a:p>
                      <a:pPr algn="ctr"/>
                      <a:r>
                        <a:rPr lang="en-US"/>
                        <a:t>4.0</a:t>
                      </a:r>
                    </a:p>
                  </a:txBody>
                  <a:tcPr/>
                </a:tc>
                <a:tc>
                  <a:txBody>
                    <a:bodyPr/>
                    <a:lstStyle/>
                    <a:p>
                      <a:pPr algn="ctr"/>
                      <a:r>
                        <a:rPr lang="en-US"/>
                        <a:t>Off Grid Power</a:t>
                      </a:r>
                    </a:p>
                  </a:txBody>
                  <a:tcPr/>
                </a:tc>
                <a:tc>
                  <a:txBody>
                    <a:bodyPr/>
                    <a:lstStyle/>
                    <a:p>
                      <a:pPr algn="ctr"/>
                      <a:endParaRPr lang="en-US"/>
                    </a:p>
                  </a:txBody>
                  <a:tcPr/>
                </a:tc>
                <a:tc>
                  <a:txBody>
                    <a:bodyPr/>
                    <a:lstStyle/>
                    <a:p>
                      <a:pPr algn="ctr"/>
                      <a:endParaRPr lang="en-US"/>
                    </a:p>
                  </a:txBody>
                  <a:tcPr/>
                </a:tc>
                <a:tc>
                  <a:txBody>
                    <a:bodyPr/>
                    <a:lstStyle/>
                    <a:p>
                      <a:pPr algn="ctr"/>
                      <a:r>
                        <a:rPr lang="en-US"/>
                        <a:t>X</a:t>
                      </a:r>
                    </a:p>
                  </a:txBody>
                  <a:tcPr/>
                </a:tc>
                <a:tc>
                  <a:txBody>
                    <a:bodyPr/>
                    <a:lstStyle/>
                    <a:p>
                      <a:pPr algn="ctr"/>
                      <a:endParaRPr lang="en-US"/>
                    </a:p>
                  </a:txBody>
                  <a:tcPr/>
                </a:tc>
                <a:extLst>
                  <a:ext uri="{0D108BD9-81ED-4DB2-BD59-A6C34878D82A}">
                    <a16:rowId xmlns:a16="http://schemas.microsoft.com/office/drawing/2014/main" val="3021593865"/>
                  </a:ext>
                </a:extLst>
              </a:tr>
              <a:tr h="608330">
                <a:tc>
                  <a:txBody>
                    <a:bodyPr/>
                    <a:lstStyle/>
                    <a:p>
                      <a:pPr algn="ctr"/>
                      <a:r>
                        <a:rPr lang="en-US"/>
                        <a:t>5.0</a:t>
                      </a:r>
                    </a:p>
                  </a:txBody>
                  <a:tcPr/>
                </a:tc>
                <a:tc>
                  <a:txBody>
                    <a:bodyPr/>
                    <a:lstStyle/>
                    <a:p>
                      <a:pPr algn="ctr"/>
                      <a:r>
                        <a:rPr lang="en-US"/>
                        <a:t>Size maximum</a:t>
                      </a:r>
                    </a:p>
                  </a:txBody>
                  <a:tcPr/>
                </a:tc>
                <a:tc>
                  <a:txBody>
                    <a:bodyPr/>
                    <a:lstStyle/>
                    <a:p>
                      <a:pPr algn="ctr"/>
                      <a:endParaRPr lang="en-US"/>
                    </a:p>
                  </a:txBody>
                  <a:tcPr/>
                </a:tc>
                <a:tc>
                  <a:txBody>
                    <a:bodyPr/>
                    <a:lstStyle/>
                    <a:p>
                      <a:pPr algn="ctr"/>
                      <a:endParaRPr lang="en-US"/>
                    </a:p>
                  </a:txBody>
                  <a:tcPr/>
                </a:tc>
                <a:tc>
                  <a:txBody>
                    <a:bodyPr/>
                    <a:lstStyle/>
                    <a:p>
                      <a:pPr algn="ctr"/>
                      <a:r>
                        <a:rPr lang="en-US"/>
                        <a:t>X</a:t>
                      </a:r>
                    </a:p>
                  </a:txBody>
                  <a:tcPr/>
                </a:tc>
                <a:tc>
                  <a:txBody>
                    <a:bodyPr/>
                    <a:lstStyle/>
                    <a:p>
                      <a:pPr algn="ctr"/>
                      <a:endParaRPr lang="en-US"/>
                    </a:p>
                  </a:txBody>
                  <a:tcPr/>
                </a:tc>
                <a:extLst>
                  <a:ext uri="{0D108BD9-81ED-4DB2-BD59-A6C34878D82A}">
                    <a16:rowId xmlns:a16="http://schemas.microsoft.com/office/drawing/2014/main" val="862505988"/>
                  </a:ext>
                </a:extLst>
              </a:tr>
              <a:tr h="577958">
                <a:tc>
                  <a:txBody>
                    <a:bodyPr/>
                    <a:lstStyle/>
                    <a:p>
                      <a:pPr algn="ctr"/>
                      <a:r>
                        <a:rPr lang="en-US"/>
                        <a:t>5.1</a:t>
                      </a:r>
                    </a:p>
                  </a:txBody>
                  <a:tcPr/>
                </a:tc>
                <a:tc>
                  <a:txBody>
                    <a:bodyPr/>
                    <a:lstStyle/>
                    <a:p>
                      <a:pPr algn="ctr"/>
                      <a:r>
                        <a:rPr lang="en-US"/>
                        <a:t>Size minimization</a:t>
                      </a:r>
                    </a:p>
                  </a:txBody>
                  <a:tcPr/>
                </a:tc>
                <a:tc>
                  <a:txBody>
                    <a:bodyPr/>
                    <a:lstStyle/>
                    <a:p>
                      <a:pPr algn="ctr"/>
                      <a:endParaRPr lang="en-US"/>
                    </a:p>
                  </a:txBody>
                  <a:tcPr/>
                </a:tc>
                <a:tc>
                  <a:txBody>
                    <a:bodyPr/>
                    <a:lstStyle/>
                    <a:p>
                      <a:pPr algn="ctr"/>
                      <a:r>
                        <a:rPr lang="en-US"/>
                        <a:t>X</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766367299"/>
                  </a:ext>
                </a:extLst>
              </a:tr>
              <a:tr h="577958">
                <a:tc>
                  <a:txBody>
                    <a:bodyPr/>
                    <a:lstStyle/>
                    <a:p>
                      <a:pPr algn="ctr"/>
                      <a:r>
                        <a:rPr lang="en-US"/>
                        <a:t>6.0</a:t>
                      </a:r>
                    </a:p>
                  </a:txBody>
                  <a:tcPr/>
                </a:tc>
                <a:tc>
                  <a:txBody>
                    <a:bodyPr/>
                    <a:lstStyle/>
                    <a:p>
                      <a:pPr algn="ctr"/>
                      <a:r>
                        <a:rPr lang="en-US"/>
                        <a:t>Sensor Accuracy</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r>
                        <a:rPr lang="en-US"/>
                        <a:t>X</a:t>
                      </a:r>
                    </a:p>
                  </a:txBody>
                  <a:tcPr/>
                </a:tc>
                <a:extLst>
                  <a:ext uri="{0D108BD9-81ED-4DB2-BD59-A6C34878D82A}">
                    <a16:rowId xmlns:a16="http://schemas.microsoft.com/office/drawing/2014/main" val="3250648368"/>
                  </a:ext>
                </a:extLst>
              </a:tr>
            </a:tbl>
          </a:graphicData>
        </a:graphic>
      </p:graphicFrame>
      <p:sp>
        <p:nvSpPr>
          <p:cNvPr id="7" name="TextBox 6">
            <a:extLst>
              <a:ext uri="{FF2B5EF4-FFF2-40B4-BE49-F238E27FC236}">
                <a16:creationId xmlns:a16="http://schemas.microsoft.com/office/drawing/2014/main" id="{397C3F93-4272-AF12-FB30-7B5FD443BF6E}"/>
              </a:ext>
            </a:extLst>
          </p:cNvPr>
          <p:cNvSpPr txBox="1"/>
          <p:nvPr/>
        </p:nvSpPr>
        <p:spPr>
          <a:xfrm>
            <a:off x="288036" y="55164"/>
            <a:ext cx="8567928" cy="707886"/>
          </a:xfrm>
          <a:prstGeom prst="rect">
            <a:avLst/>
          </a:prstGeom>
          <a:noFill/>
        </p:spPr>
        <p:txBody>
          <a:bodyPr wrap="square" rtlCol="0">
            <a:spAutoFit/>
          </a:bodyPr>
          <a:lstStyle/>
          <a:p>
            <a:pPr algn="ctr"/>
            <a:r>
              <a:rPr lang="en-US" sz="4000">
                <a:solidFill>
                  <a:schemeClr val="bg1"/>
                </a:solidFill>
              </a:rPr>
              <a:t>Verification Matrix of Requirements</a:t>
            </a:r>
          </a:p>
        </p:txBody>
      </p:sp>
    </p:spTree>
    <p:extLst>
      <p:ext uri="{BB962C8B-B14F-4D97-AF65-F5344CB8AC3E}">
        <p14:creationId xmlns:p14="http://schemas.microsoft.com/office/powerpoint/2010/main" val="778898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40B6E-E596-2601-60B0-36CCF4271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74F59-C482-F032-4759-4DEA67D3AF02}"/>
              </a:ext>
            </a:extLst>
          </p:cNvPr>
          <p:cNvSpPr>
            <a:spLocks noGrp="1"/>
          </p:cNvSpPr>
          <p:nvPr>
            <p:ph type="title"/>
          </p:nvPr>
        </p:nvSpPr>
        <p:spPr>
          <a:xfrm>
            <a:off x="457199" y="453291"/>
            <a:ext cx="8229600" cy="1143000"/>
          </a:xfrm>
        </p:spPr>
        <p:txBody>
          <a:bodyPr wrap="square" anchor="ctr">
            <a:normAutofit/>
          </a:bodyPr>
          <a:lstStyle/>
          <a:p>
            <a:r>
              <a:rPr lang="en-US"/>
              <a:t>RACI Chart (Phase 1)</a:t>
            </a:r>
          </a:p>
        </p:txBody>
      </p:sp>
      <p:graphicFrame>
        <p:nvGraphicFramePr>
          <p:cNvPr id="8" name="Table 7">
            <a:extLst>
              <a:ext uri="{FF2B5EF4-FFF2-40B4-BE49-F238E27FC236}">
                <a16:creationId xmlns:a16="http://schemas.microsoft.com/office/drawing/2014/main" id="{14FC3BF0-EEE8-CA17-E038-015BC41566FA}"/>
              </a:ext>
            </a:extLst>
          </p:cNvPr>
          <p:cNvGraphicFramePr>
            <a:graphicFrameLocks noGrp="1"/>
          </p:cNvGraphicFramePr>
          <p:nvPr>
            <p:extLst>
              <p:ext uri="{D42A27DB-BD31-4B8C-83A1-F6EECF244321}">
                <p14:modId xmlns:p14="http://schemas.microsoft.com/office/powerpoint/2010/main" val="1117596635"/>
              </p:ext>
            </p:extLst>
          </p:nvPr>
        </p:nvGraphicFramePr>
        <p:xfrm>
          <a:off x="-1" y="1596291"/>
          <a:ext cx="9144001" cy="3887892"/>
        </p:xfrm>
        <a:graphic>
          <a:graphicData uri="http://schemas.openxmlformats.org/drawingml/2006/table">
            <a:tbl>
              <a:tblPr firstRow="1" bandRow="1">
                <a:tableStyleId>{ED083AE6-46FA-4A59-8FB0-9F97EB10719F}</a:tableStyleId>
              </a:tblPr>
              <a:tblGrid>
                <a:gridCol w="1497204">
                  <a:extLst>
                    <a:ext uri="{9D8B030D-6E8A-4147-A177-3AD203B41FA5}">
                      <a16:colId xmlns:a16="http://schemas.microsoft.com/office/drawing/2014/main" val="1947594093"/>
                    </a:ext>
                  </a:extLst>
                </a:gridCol>
                <a:gridCol w="1225899">
                  <a:extLst>
                    <a:ext uri="{9D8B030D-6E8A-4147-A177-3AD203B41FA5}">
                      <a16:colId xmlns:a16="http://schemas.microsoft.com/office/drawing/2014/main" val="2572463842"/>
                    </a:ext>
                  </a:extLst>
                </a:gridCol>
                <a:gridCol w="1306286">
                  <a:extLst>
                    <a:ext uri="{9D8B030D-6E8A-4147-A177-3AD203B41FA5}">
                      <a16:colId xmlns:a16="http://schemas.microsoft.com/office/drawing/2014/main" val="773762960"/>
                    </a:ext>
                  </a:extLst>
                </a:gridCol>
                <a:gridCol w="1195754">
                  <a:extLst>
                    <a:ext uri="{9D8B030D-6E8A-4147-A177-3AD203B41FA5}">
                      <a16:colId xmlns:a16="http://schemas.microsoft.com/office/drawing/2014/main" val="3727359815"/>
                    </a:ext>
                  </a:extLst>
                </a:gridCol>
                <a:gridCol w="1306286">
                  <a:extLst>
                    <a:ext uri="{9D8B030D-6E8A-4147-A177-3AD203B41FA5}">
                      <a16:colId xmlns:a16="http://schemas.microsoft.com/office/drawing/2014/main" val="733335716"/>
                    </a:ext>
                  </a:extLst>
                </a:gridCol>
                <a:gridCol w="1306286">
                  <a:extLst>
                    <a:ext uri="{9D8B030D-6E8A-4147-A177-3AD203B41FA5}">
                      <a16:colId xmlns:a16="http://schemas.microsoft.com/office/drawing/2014/main" val="1345423210"/>
                    </a:ext>
                  </a:extLst>
                </a:gridCol>
                <a:gridCol w="1306286">
                  <a:extLst>
                    <a:ext uri="{9D8B030D-6E8A-4147-A177-3AD203B41FA5}">
                      <a16:colId xmlns:a16="http://schemas.microsoft.com/office/drawing/2014/main" val="2585240161"/>
                    </a:ext>
                  </a:extLst>
                </a:gridCol>
              </a:tblGrid>
              <a:tr h="504752">
                <a:tc>
                  <a:txBody>
                    <a:bodyPr/>
                    <a:lstStyle/>
                    <a:p>
                      <a:pPr algn="ctr"/>
                      <a:r>
                        <a:rPr lang="en-US"/>
                        <a:t>Task</a:t>
                      </a:r>
                    </a:p>
                  </a:txBody>
                  <a:tcPr marL="45720" marR="45720" anchor="ctr"/>
                </a:tc>
                <a:tc>
                  <a:txBody>
                    <a:bodyPr/>
                    <a:lstStyle/>
                    <a:p>
                      <a:pPr algn="ctr"/>
                      <a:r>
                        <a:rPr lang="en-US"/>
                        <a:t>Gantzen Miller</a:t>
                      </a:r>
                    </a:p>
                  </a:txBody>
                  <a:tcPr marL="45720" marR="45720" anchor="ctr"/>
                </a:tc>
                <a:tc>
                  <a:txBody>
                    <a:bodyPr/>
                    <a:lstStyle/>
                    <a:p>
                      <a:pPr algn="ctr"/>
                      <a:r>
                        <a:rPr lang="en-US"/>
                        <a:t>Kennedy Jones</a:t>
                      </a:r>
                    </a:p>
                  </a:txBody>
                  <a:tcPr marL="45720" marR="45720" anchor="ctr"/>
                </a:tc>
                <a:tc>
                  <a:txBody>
                    <a:bodyPr/>
                    <a:lstStyle/>
                    <a:p>
                      <a:pPr algn="ctr"/>
                      <a:r>
                        <a:rPr lang="en-US"/>
                        <a:t>Pete Ozegovic</a:t>
                      </a:r>
                    </a:p>
                  </a:txBody>
                  <a:tcPr marL="45720" marR="45720" anchor="ctr"/>
                </a:tc>
                <a:tc>
                  <a:txBody>
                    <a:bodyPr/>
                    <a:lstStyle/>
                    <a:p>
                      <a:pPr algn="ctr"/>
                      <a:r>
                        <a:rPr lang="en-US"/>
                        <a:t>Ben Rogers</a:t>
                      </a:r>
                    </a:p>
                  </a:txBody>
                  <a:tcPr marL="45720" marR="45720" anchor="ctr"/>
                </a:tc>
                <a:tc>
                  <a:txBody>
                    <a:bodyPr/>
                    <a:lstStyle/>
                    <a:p>
                      <a:pPr algn="ctr"/>
                      <a:r>
                        <a:rPr lang="en-US"/>
                        <a:t>Christian Evans</a:t>
                      </a:r>
                    </a:p>
                  </a:txBody>
                  <a:tcPr marL="45720" marR="45720" anchor="ctr"/>
                </a:tc>
                <a:tc>
                  <a:txBody>
                    <a:bodyPr/>
                    <a:lstStyle/>
                    <a:p>
                      <a:pPr algn="ctr"/>
                      <a:r>
                        <a:rPr lang="en-US"/>
                        <a:t>Abdullah Ali</a:t>
                      </a:r>
                    </a:p>
                  </a:txBody>
                  <a:tcPr marL="45720" marR="45720" anchor="ctr"/>
                </a:tc>
                <a:extLst>
                  <a:ext uri="{0D108BD9-81ED-4DB2-BD59-A6C34878D82A}">
                    <a16:rowId xmlns:a16="http://schemas.microsoft.com/office/drawing/2014/main" val="3053229854"/>
                  </a:ext>
                </a:extLst>
              </a:tr>
              <a:tr h="361244">
                <a:tc gridSpan="7">
                  <a:txBody>
                    <a:bodyPr/>
                    <a:lstStyle/>
                    <a:p>
                      <a:pPr algn="l"/>
                      <a:r>
                        <a:rPr lang="en-US"/>
                        <a:t>Phase 1</a:t>
                      </a:r>
                    </a:p>
                  </a:txBody>
                  <a:tcPr marL="45720" marR="45720" anchor="ctr"/>
                </a:tc>
                <a:tc hMerge="1">
                  <a:txBody>
                    <a:bodyPr/>
                    <a:lstStyle/>
                    <a:p>
                      <a:pPr algn="ctr"/>
                      <a:endParaRPr lang="en-US"/>
                    </a:p>
                  </a:txBody>
                  <a:tcPr marL="45720" marR="45720" anchor="ctr"/>
                </a:tc>
                <a:tc hMerge="1">
                  <a:txBody>
                    <a:bodyPr/>
                    <a:lstStyle/>
                    <a:p>
                      <a:pPr algn="ctr"/>
                      <a:endParaRPr lang="en-US"/>
                    </a:p>
                  </a:txBody>
                  <a:tcPr marL="45720" marR="45720" anchor="ctr"/>
                </a:tc>
                <a:tc hMerge="1">
                  <a:txBody>
                    <a:bodyPr/>
                    <a:lstStyle/>
                    <a:p>
                      <a:pPr algn="ctr"/>
                      <a:endParaRPr lang="en-US"/>
                    </a:p>
                  </a:txBody>
                  <a:tcPr marL="45720" marR="45720" anchor="ctr"/>
                </a:tc>
                <a:tc hMerge="1">
                  <a:txBody>
                    <a:bodyPr/>
                    <a:lstStyle/>
                    <a:p>
                      <a:pPr algn="ctr"/>
                      <a:endParaRPr lang="en-US"/>
                    </a:p>
                  </a:txBody>
                  <a:tcPr marL="45720" marR="45720" anchor="ctr"/>
                </a:tc>
                <a:tc hMerge="1">
                  <a:txBody>
                    <a:bodyPr/>
                    <a:lstStyle/>
                    <a:p>
                      <a:pPr algn="ctr"/>
                      <a:endParaRPr lang="en-US"/>
                    </a:p>
                  </a:txBody>
                  <a:tcPr marL="45720" marR="45720" anchor="ctr"/>
                </a:tc>
                <a:tc hMerge="1">
                  <a:txBody>
                    <a:bodyPr/>
                    <a:lstStyle/>
                    <a:p>
                      <a:pPr algn="ctr"/>
                      <a:endParaRPr lang="en-US"/>
                    </a:p>
                  </a:txBody>
                  <a:tcPr marL="45720" marR="45720" anchor="ctr"/>
                </a:tc>
                <a:extLst>
                  <a:ext uri="{0D108BD9-81ED-4DB2-BD59-A6C34878D82A}">
                    <a16:rowId xmlns:a16="http://schemas.microsoft.com/office/drawing/2014/main" val="1606722033"/>
                  </a:ext>
                </a:extLst>
              </a:tr>
              <a:tr h="361244">
                <a:tc>
                  <a:txBody>
                    <a:bodyPr/>
                    <a:lstStyle/>
                    <a:p>
                      <a:pPr algn="ctr"/>
                      <a:r>
                        <a:rPr lang="en-US"/>
                        <a:t>Sensor Testing</a:t>
                      </a:r>
                    </a:p>
                  </a:txBody>
                  <a:tcPr marL="45720" marR="45720" anchor="ctr"/>
                </a:tc>
                <a:tc>
                  <a:txBody>
                    <a:bodyPr/>
                    <a:lstStyle/>
                    <a:p>
                      <a:pPr algn="ctr"/>
                      <a:r>
                        <a:rPr lang="en-US"/>
                        <a:t>A</a:t>
                      </a:r>
                    </a:p>
                  </a:txBody>
                  <a:tcPr marL="45720" marR="45720" anchor="ctr"/>
                </a:tc>
                <a:tc>
                  <a:txBody>
                    <a:bodyPr/>
                    <a:lstStyle/>
                    <a:p>
                      <a:pPr algn="ctr"/>
                      <a:r>
                        <a:rPr lang="en-US"/>
                        <a:t>R</a:t>
                      </a:r>
                    </a:p>
                  </a:txBody>
                  <a:tcPr marL="45720" marR="45720" anchor="ctr"/>
                </a:tc>
                <a:tc>
                  <a:txBody>
                    <a:bodyPr/>
                    <a:lstStyle/>
                    <a:p>
                      <a:pPr algn="ctr"/>
                      <a:r>
                        <a:rPr lang="en-US"/>
                        <a:t>C</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extLst>
                  <a:ext uri="{0D108BD9-81ED-4DB2-BD59-A6C34878D82A}">
                    <a16:rowId xmlns:a16="http://schemas.microsoft.com/office/drawing/2014/main" val="3109232928"/>
                  </a:ext>
                </a:extLst>
              </a:tr>
              <a:tr h="361244">
                <a:tc>
                  <a:txBody>
                    <a:bodyPr/>
                    <a:lstStyle/>
                    <a:p>
                      <a:pPr algn="ctr"/>
                      <a:r>
                        <a:rPr lang="en-US"/>
                        <a:t>Sensor Building</a:t>
                      </a:r>
                    </a:p>
                  </a:txBody>
                  <a:tcPr marL="45720" marR="45720" anchor="ctr"/>
                </a:tc>
                <a:tc>
                  <a:txBody>
                    <a:bodyPr/>
                    <a:lstStyle/>
                    <a:p>
                      <a:pPr algn="ctr"/>
                      <a:r>
                        <a:rPr lang="en-US"/>
                        <a:t>R</a:t>
                      </a:r>
                    </a:p>
                  </a:txBody>
                  <a:tcPr marL="45720" marR="45720" anchor="ctr"/>
                </a:tc>
                <a:tc>
                  <a:txBody>
                    <a:bodyPr/>
                    <a:lstStyle/>
                    <a:p>
                      <a:pPr algn="ctr"/>
                      <a:r>
                        <a:rPr lang="en-US"/>
                        <a:t>A</a:t>
                      </a:r>
                    </a:p>
                  </a:txBody>
                  <a:tcPr marL="45720" marR="45720" anchor="ctr"/>
                </a:tc>
                <a:tc>
                  <a:txBody>
                    <a:bodyPr/>
                    <a:lstStyle/>
                    <a:p>
                      <a:pPr algn="ctr"/>
                      <a:r>
                        <a:rPr lang="en-US"/>
                        <a:t>C</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extLst>
                  <a:ext uri="{0D108BD9-81ED-4DB2-BD59-A6C34878D82A}">
                    <a16:rowId xmlns:a16="http://schemas.microsoft.com/office/drawing/2014/main" val="1031002624"/>
                  </a:ext>
                </a:extLst>
              </a:tr>
              <a:tr h="361244">
                <a:tc>
                  <a:txBody>
                    <a:bodyPr/>
                    <a:lstStyle/>
                    <a:p>
                      <a:pPr algn="ctr"/>
                      <a:r>
                        <a:rPr lang="en-US"/>
                        <a:t>Programming Interface</a:t>
                      </a:r>
                    </a:p>
                  </a:txBody>
                  <a:tcPr marL="45720" marR="45720" anchor="ctr"/>
                </a:tc>
                <a:tc>
                  <a:txBody>
                    <a:bodyPr/>
                    <a:lstStyle/>
                    <a:p>
                      <a:pPr algn="ctr"/>
                      <a:r>
                        <a:rPr lang="en-US"/>
                        <a:t>I</a:t>
                      </a:r>
                    </a:p>
                  </a:txBody>
                  <a:tcPr marL="45720" marR="45720" anchor="ctr"/>
                </a:tc>
                <a:tc>
                  <a:txBody>
                    <a:bodyPr/>
                    <a:lstStyle/>
                    <a:p>
                      <a:pPr algn="ctr"/>
                      <a:r>
                        <a:rPr lang="en-US"/>
                        <a:t>C</a:t>
                      </a:r>
                    </a:p>
                  </a:txBody>
                  <a:tcPr marL="45720" marR="45720" anchor="ctr"/>
                </a:tc>
                <a:tc>
                  <a:txBody>
                    <a:bodyPr/>
                    <a:lstStyle/>
                    <a:p>
                      <a:pPr algn="ctr"/>
                      <a:r>
                        <a:rPr lang="en-US"/>
                        <a:t>R</a:t>
                      </a:r>
                    </a:p>
                  </a:txBody>
                  <a:tcPr marL="45720" marR="45720" anchor="ctr"/>
                </a:tc>
                <a:tc>
                  <a:txBody>
                    <a:bodyPr/>
                    <a:lstStyle/>
                    <a:p>
                      <a:pPr algn="ctr"/>
                      <a:r>
                        <a:rPr lang="en-US"/>
                        <a:t>A</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extLst>
                  <a:ext uri="{0D108BD9-81ED-4DB2-BD59-A6C34878D82A}">
                    <a16:rowId xmlns:a16="http://schemas.microsoft.com/office/drawing/2014/main" val="2522584711"/>
                  </a:ext>
                </a:extLst>
              </a:tr>
              <a:tr h="361244">
                <a:tc>
                  <a:txBody>
                    <a:bodyPr/>
                    <a:lstStyle/>
                    <a:p>
                      <a:pPr algn="ctr"/>
                      <a:r>
                        <a:rPr lang="en-US"/>
                        <a:t>Modem Setup</a:t>
                      </a:r>
                    </a:p>
                    <a:p>
                      <a:pPr algn="ctr"/>
                      <a:r>
                        <a:rPr lang="en-US"/>
                        <a:t>MQTT Broker</a:t>
                      </a:r>
                    </a:p>
                  </a:txBody>
                  <a:tcPr marL="45720" marR="45720" anchor="ctr"/>
                </a:tc>
                <a:tc>
                  <a:txBody>
                    <a:bodyPr/>
                    <a:lstStyle/>
                    <a:p>
                      <a:pPr algn="ctr"/>
                      <a:r>
                        <a:rPr lang="en-US"/>
                        <a:t>C</a:t>
                      </a:r>
                    </a:p>
                  </a:txBody>
                  <a:tcPr marL="45720" marR="45720" anchor="ctr"/>
                </a:tc>
                <a:tc>
                  <a:txBody>
                    <a:bodyPr/>
                    <a:lstStyle/>
                    <a:p>
                      <a:pPr algn="ctr"/>
                      <a:r>
                        <a:rPr lang="en-US"/>
                        <a:t>I</a:t>
                      </a:r>
                    </a:p>
                  </a:txBody>
                  <a:tcPr marL="45720" marR="45720" anchor="ctr"/>
                </a:tc>
                <a:tc>
                  <a:txBody>
                    <a:bodyPr/>
                    <a:lstStyle/>
                    <a:p>
                      <a:pPr algn="ctr"/>
                      <a:r>
                        <a:rPr lang="en-US"/>
                        <a:t>A</a:t>
                      </a:r>
                    </a:p>
                  </a:txBody>
                  <a:tcPr marL="45720" marR="45720" anchor="ctr"/>
                </a:tc>
                <a:tc>
                  <a:txBody>
                    <a:bodyPr/>
                    <a:lstStyle/>
                    <a:p>
                      <a:pPr algn="ctr"/>
                      <a:r>
                        <a:rPr lang="en-US"/>
                        <a:t>R</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extLst>
                  <a:ext uri="{0D108BD9-81ED-4DB2-BD59-A6C34878D82A}">
                    <a16:rowId xmlns:a16="http://schemas.microsoft.com/office/drawing/2014/main" val="2588879273"/>
                  </a:ext>
                </a:extLst>
              </a:tr>
              <a:tr h="361244">
                <a:tc>
                  <a:txBody>
                    <a:bodyPr/>
                    <a:lstStyle/>
                    <a:p>
                      <a:pPr algn="ctr"/>
                      <a:r>
                        <a:rPr lang="en-US"/>
                        <a:t>Power Design</a:t>
                      </a:r>
                    </a:p>
                    <a:p>
                      <a:pPr algn="ctr"/>
                      <a:r>
                        <a:rPr lang="en-US"/>
                        <a:t>Overview</a:t>
                      </a:r>
                    </a:p>
                  </a:txBody>
                  <a:tcPr marL="45720" marR="45720" anchor="ctr"/>
                </a:tc>
                <a:tc>
                  <a:txBody>
                    <a:bodyPr/>
                    <a:lstStyle/>
                    <a:p>
                      <a:pPr algn="ctr"/>
                      <a:r>
                        <a:rPr lang="en-US"/>
                        <a:t>C</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tc>
                  <a:txBody>
                    <a:bodyPr/>
                    <a:lstStyle/>
                    <a:p>
                      <a:pPr algn="ctr"/>
                      <a:r>
                        <a:rPr lang="en-US"/>
                        <a:t>R</a:t>
                      </a:r>
                    </a:p>
                  </a:txBody>
                  <a:tcPr marL="45720" marR="45720" anchor="ctr"/>
                </a:tc>
                <a:tc>
                  <a:txBody>
                    <a:bodyPr/>
                    <a:lstStyle/>
                    <a:p>
                      <a:pPr algn="ctr"/>
                      <a:r>
                        <a:rPr lang="en-US"/>
                        <a:t>A</a:t>
                      </a:r>
                    </a:p>
                  </a:txBody>
                  <a:tcPr marL="45720" marR="45720" anchor="ctr"/>
                </a:tc>
                <a:extLst>
                  <a:ext uri="{0D108BD9-81ED-4DB2-BD59-A6C34878D82A}">
                    <a16:rowId xmlns:a16="http://schemas.microsoft.com/office/drawing/2014/main" val="1152444891"/>
                  </a:ext>
                </a:extLst>
              </a:tr>
              <a:tr h="361244">
                <a:tc>
                  <a:txBody>
                    <a:bodyPr/>
                    <a:lstStyle/>
                    <a:p>
                      <a:pPr algn="ctr"/>
                      <a:r>
                        <a:rPr lang="en-US"/>
                        <a:t>Power Design Component Selection</a:t>
                      </a:r>
                    </a:p>
                  </a:txBody>
                  <a:tcPr marL="45720" marR="45720" anchor="ctr"/>
                </a:tc>
                <a:tc>
                  <a:txBody>
                    <a:bodyPr/>
                    <a:lstStyle/>
                    <a:p>
                      <a:pPr algn="ctr"/>
                      <a:r>
                        <a:rPr lang="en-US"/>
                        <a:t>C</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tc>
                  <a:txBody>
                    <a:bodyPr/>
                    <a:lstStyle/>
                    <a:p>
                      <a:pPr algn="ctr"/>
                      <a:r>
                        <a:rPr lang="en-US"/>
                        <a:t>I</a:t>
                      </a:r>
                    </a:p>
                  </a:txBody>
                  <a:tcPr marL="45720" marR="45720" anchor="ctr"/>
                </a:tc>
                <a:tc>
                  <a:txBody>
                    <a:bodyPr/>
                    <a:lstStyle/>
                    <a:p>
                      <a:pPr algn="ctr"/>
                      <a:r>
                        <a:rPr lang="en-US"/>
                        <a:t>A</a:t>
                      </a:r>
                    </a:p>
                  </a:txBody>
                  <a:tcPr marL="45720" marR="45720" anchor="ctr"/>
                </a:tc>
                <a:tc>
                  <a:txBody>
                    <a:bodyPr/>
                    <a:lstStyle/>
                    <a:p>
                      <a:pPr algn="ctr"/>
                      <a:r>
                        <a:rPr lang="en-US"/>
                        <a:t>R</a:t>
                      </a:r>
                    </a:p>
                  </a:txBody>
                  <a:tcPr marL="45720" marR="45720" anchor="ctr"/>
                </a:tc>
                <a:extLst>
                  <a:ext uri="{0D108BD9-81ED-4DB2-BD59-A6C34878D82A}">
                    <a16:rowId xmlns:a16="http://schemas.microsoft.com/office/drawing/2014/main" val="2807205969"/>
                  </a:ext>
                </a:extLst>
              </a:tr>
            </a:tbl>
          </a:graphicData>
        </a:graphic>
      </p:graphicFrame>
    </p:spTree>
    <p:extLst>
      <p:ext uri="{BB962C8B-B14F-4D97-AF65-F5344CB8AC3E}">
        <p14:creationId xmlns:p14="http://schemas.microsoft.com/office/powerpoint/2010/main" val="1133180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D093-6A2C-0B98-60B3-D5303FDDB3F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AA96E856-DFFC-DDE8-25F5-0988FD07D2C3}"/>
              </a:ext>
            </a:extLst>
          </p:cNvPr>
          <p:cNvPicPr>
            <a:picLocks noChangeAspect="1"/>
          </p:cNvPicPr>
          <p:nvPr/>
        </p:nvPicPr>
        <p:blipFill>
          <a:blip r:embed="rId2"/>
          <a:stretch>
            <a:fillRect/>
          </a:stretch>
        </p:blipFill>
        <p:spPr>
          <a:xfrm>
            <a:off x="0" y="982607"/>
            <a:ext cx="9144000" cy="4892785"/>
          </a:xfrm>
          <a:prstGeom prst="rect">
            <a:avLst/>
          </a:prstGeom>
        </p:spPr>
      </p:pic>
    </p:spTree>
    <p:extLst>
      <p:ext uri="{BB962C8B-B14F-4D97-AF65-F5344CB8AC3E}">
        <p14:creationId xmlns:p14="http://schemas.microsoft.com/office/powerpoint/2010/main" val="1407412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BC5DE3D-C9D4-C8E4-41A3-2A8F0DB434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13D26D-841C-6554-EC6E-90BD153A3CF9}"/>
              </a:ext>
            </a:extLst>
          </p:cNvPr>
          <p:cNvSpPr txBox="1"/>
          <p:nvPr/>
        </p:nvSpPr>
        <p:spPr>
          <a:xfrm>
            <a:off x="1098423" y="2659559"/>
            <a:ext cx="6947154" cy="769441"/>
          </a:xfrm>
          <a:prstGeom prst="rect">
            <a:avLst/>
          </a:prstGeom>
          <a:noFill/>
        </p:spPr>
        <p:txBody>
          <a:bodyPr wrap="square" rtlCol="0">
            <a:spAutoFit/>
          </a:bodyPr>
          <a:lstStyle/>
          <a:p>
            <a:pPr algn="ctr"/>
            <a:r>
              <a:rPr lang="en-US" sz="440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92217061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45C7FEA5FD64408A2E2CD1EC0570DE" ma:contentTypeVersion="10" ma:contentTypeDescription="Create a new document." ma:contentTypeScope="" ma:versionID="5b142f764f17bf3c189da52c38c7bbb6">
  <xsd:schema xmlns:xsd="http://www.w3.org/2001/XMLSchema" xmlns:xs="http://www.w3.org/2001/XMLSchema" xmlns:p="http://schemas.microsoft.com/office/2006/metadata/properties" xmlns:ns2="8b534c47-982a-449c-833f-f8f545c6fdde" xmlns:ns3="f7c2c2c4-0bd8-4242-a51e-b8207d11645d" targetNamespace="http://schemas.microsoft.com/office/2006/metadata/properties" ma:root="true" ma:fieldsID="dc321ed947cc0daf615d126086dc452a" ns2:_="" ns3:_="">
    <xsd:import namespace="8b534c47-982a-449c-833f-f8f545c6fdde"/>
    <xsd:import namespace="f7c2c2c4-0bd8-4242-a51e-b8207d11645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534c47-982a-449c-833f-f8f545c6fd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8ed7cba-b263-44e1-aaea-116db9091a5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2c2c4-0bd8-4242-a51e-b8207d11645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02b2b8c-1fe5-40d0-b63b-8d5a664a8458}" ma:internalName="TaxCatchAll" ma:showField="CatchAllData" ma:web="f7c2c2c4-0bd8-4242-a51e-b8207d11645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b534c47-982a-449c-833f-f8f545c6fdde">
      <Terms xmlns="http://schemas.microsoft.com/office/infopath/2007/PartnerControls"/>
    </lcf76f155ced4ddcb4097134ff3c332f>
    <TaxCatchAll xmlns="f7c2c2c4-0bd8-4242-a51e-b8207d11645d" xsi:nil="true"/>
  </documentManagement>
</p:properties>
</file>

<file path=customXml/itemProps1.xml><?xml version="1.0" encoding="utf-8"?>
<ds:datastoreItem xmlns:ds="http://schemas.openxmlformats.org/officeDocument/2006/customXml" ds:itemID="{F9EBAA09-51CA-4BB9-A7B1-E862A69E417E}">
  <ds:schemaRefs>
    <ds:schemaRef ds:uri="http://schemas.microsoft.com/sharepoint/v3/contenttype/forms"/>
  </ds:schemaRefs>
</ds:datastoreItem>
</file>

<file path=customXml/itemProps2.xml><?xml version="1.0" encoding="utf-8"?>
<ds:datastoreItem xmlns:ds="http://schemas.openxmlformats.org/officeDocument/2006/customXml" ds:itemID="{E30F8E4A-C9FB-473C-86AD-2C18C9E38D8D}">
  <ds:schemaRefs>
    <ds:schemaRef ds:uri="8b534c47-982a-449c-833f-f8f545c6fdde"/>
    <ds:schemaRef ds:uri="f7c2c2c4-0bd8-4242-a51e-b8207d1164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4E55BE3-7162-40E0-B2C8-5413A061528C}">
  <ds:schemaRefs>
    <ds:schemaRef ds:uri="8b534c47-982a-449c-833f-f8f545c6fdde"/>
    <ds:schemaRef ds:uri="f7c2c2c4-0bd8-4242-a51e-b8207d1164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BNSF Meeting 8.07.2025</Template>
  <Application>Microsoft Office PowerPoint</Application>
  <PresentationFormat>On-screen Show (4:3)</PresentationFormat>
  <Slides>17</Slides>
  <Notes>16</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Problem Statement</vt:lpstr>
      <vt:lpstr>Requirements</vt:lpstr>
      <vt:lpstr>Requirements (Sensors)</vt:lpstr>
      <vt:lpstr>Standards Followed</vt:lpstr>
      <vt:lpstr>Block Diagram of System</vt:lpstr>
      <vt:lpstr>Decision Matrix Sensor Purchases</vt:lpstr>
      <vt:lpstr>Decision Matrix Sensor Build Types</vt:lpstr>
      <vt:lpstr>Decision Matrix Modem Types</vt:lpstr>
      <vt:lpstr>Decision Matrix Microcontroller Types</vt:lpstr>
      <vt:lpstr>PowerPoint Presentation</vt:lpstr>
      <vt:lpstr>PowerPoint Presentation</vt:lpstr>
      <vt:lpstr>System Risk Analysis</vt:lpstr>
      <vt:lpstr>PowerPoint Presentation</vt:lpstr>
      <vt:lpstr>RACI Chart (Phase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Miller</dc:creator>
  <cp:revision>4</cp:revision>
  <dcterms:created xsi:type="dcterms:W3CDTF">2025-10-01T15:21:49Z</dcterms:created>
  <dcterms:modified xsi:type="dcterms:W3CDTF">2025-10-27T14:45:45Z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0x0101007245C7FEA5FD64408A2E2CD1EC0570DE</vt:lpwstr>
  </property>
  <property fmtid="{D5CDD505-2E9C-101B-9397-08002B2CF9AE}" pid="3" name="MediaServiceImageTags">
    <vt:lpwstr/>
  </property>
</Properties>
</file>